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CA0647-E66B-45C4-A0BB-0B403E96106F}" v="461" dt="2026-05-31T09:09:58.6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9" autoAdjust="0"/>
    <p:restoredTop sz="94660"/>
  </p:normalViewPr>
  <p:slideViewPr>
    <p:cSldViewPr snapToGrid="0">
      <p:cViewPr varScale="1">
        <p:scale>
          <a:sx n="69" d="100"/>
          <a:sy n="69" d="100"/>
        </p:scale>
        <p:origin x="63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rt cook" userId="321ccbcd2a9401d1" providerId="LiveId" clId="{12334046-9D52-49A4-8103-E4004819966A}"/>
    <pc:docChg chg="undo custSel addSld modSld">
      <pc:chgData name="kurt cook" userId="321ccbcd2a9401d1" providerId="LiveId" clId="{12334046-9D52-49A4-8103-E4004819966A}" dt="2026-05-31T09:11:54.435" v="3281" actId="20577"/>
      <pc:docMkLst>
        <pc:docMk/>
      </pc:docMkLst>
      <pc:sldChg chg="addSp delSp modSp mod setBg addAnim">
        <pc:chgData name="kurt cook" userId="321ccbcd2a9401d1" providerId="LiveId" clId="{12334046-9D52-49A4-8103-E4004819966A}" dt="2026-05-31T09:11:54.435" v="3281" actId="20577"/>
        <pc:sldMkLst>
          <pc:docMk/>
          <pc:sldMk cId="492371014" sldId="256"/>
        </pc:sldMkLst>
        <pc:spChg chg="mod">
          <ac:chgData name="kurt cook" userId="321ccbcd2a9401d1" providerId="LiveId" clId="{12334046-9D52-49A4-8103-E4004819966A}" dt="2026-05-31T09:11:54.435" v="3281" actId="20577"/>
          <ac:spMkLst>
            <pc:docMk/>
            <pc:sldMk cId="492371014" sldId="256"/>
            <ac:spMk id="2" creationId="{89F47734-C75F-D9D3-EF3D-65EBEA5BE3F6}"/>
          </ac:spMkLst>
        </pc:spChg>
        <pc:spChg chg="mod">
          <ac:chgData name="kurt cook" userId="321ccbcd2a9401d1" providerId="LiveId" clId="{12334046-9D52-49A4-8103-E4004819966A}" dt="2026-05-31T09:11:40.521" v="3277" actId="26606"/>
          <ac:spMkLst>
            <pc:docMk/>
            <pc:sldMk cId="492371014" sldId="256"/>
            <ac:spMk id="3" creationId="{CF007C1D-29B8-716A-4C2E-E4E6A557E723}"/>
          </ac:spMkLst>
        </pc:spChg>
        <pc:spChg chg="add del">
          <ac:chgData name="kurt cook" userId="321ccbcd2a9401d1" providerId="LiveId" clId="{12334046-9D52-49A4-8103-E4004819966A}" dt="2026-05-31T09:11:40.512" v="3276" actId="26606"/>
          <ac:spMkLst>
            <pc:docMk/>
            <pc:sldMk cId="492371014" sldId="256"/>
            <ac:spMk id="9" creationId="{9B7AD9F6-8CE7-4299-8FC6-328F4DCD3FF9}"/>
          </ac:spMkLst>
        </pc:spChg>
        <pc:spChg chg="add del">
          <ac:chgData name="kurt cook" userId="321ccbcd2a9401d1" providerId="LiveId" clId="{12334046-9D52-49A4-8103-E4004819966A}" dt="2026-05-31T09:11:40.512" v="3276" actId="26606"/>
          <ac:spMkLst>
            <pc:docMk/>
            <pc:sldMk cId="492371014" sldId="256"/>
            <ac:spMk id="11" creationId="{F49775AF-8896-43EE-92C6-83497D6DC56F}"/>
          </ac:spMkLst>
        </pc:spChg>
        <pc:spChg chg="add">
          <ac:chgData name="kurt cook" userId="321ccbcd2a9401d1" providerId="LiveId" clId="{12334046-9D52-49A4-8103-E4004819966A}" dt="2026-05-31T09:11:40.521" v="3277" actId="26606"/>
          <ac:spMkLst>
            <pc:docMk/>
            <pc:sldMk cId="492371014" sldId="256"/>
            <ac:spMk id="13" creationId="{AF2F604E-43BE-4DC3-B983-E071523364F8}"/>
          </ac:spMkLst>
        </pc:spChg>
        <pc:spChg chg="add">
          <ac:chgData name="kurt cook" userId="321ccbcd2a9401d1" providerId="LiveId" clId="{12334046-9D52-49A4-8103-E4004819966A}" dt="2026-05-31T09:11:40.521" v="3277" actId="26606"/>
          <ac:spMkLst>
            <pc:docMk/>
            <pc:sldMk cId="492371014" sldId="256"/>
            <ac:spMk id="14" creationId="{0671A8AE-40A1-4631-A6B8-581AFF065482}"/>
          </ac:spMkLst>
        </pc:spChg>
        <pc:spChg chg="add">
          <ac:chgData name="kurt cook" userId="321ccbcd2a9401d1" providerId="LiveId" clId="{12334046-9D52-49A4-8103-E4004819966A}" dt="2026-05-31T09:11:40.521" v="3277" actId="26606"/>
          <ac:spMkLst>
            <pc:docMk/>
            <pc:sldMk cId="492371014" sldId="256"/>
            <ac:spMk id="15" creationId="{08C9B587-E65E-4B52-B37C-ABEBB6E87928}"/>
          </ac:spMkLst>
        </pc:spChg>
        <pc:spChg chg="add">
          <ac:chgData name="kurt cook" userId="321ccbcd2a9401d1" providerId="LiveId" clId="{12334046-9D52-49A4-8103-E4004819966A}" dt="2026-05-31T09:11:40.521" v="3277" actId="26606"/>
          <ac:spMkLst>
            <pc:docMk/>
            <pc:sldMk cId="492371014" sldId="256"/>
            <ac:spMk id="16" creationId="{AB58EF07-17C2-48CF-ABB0-EEF1F17CB8F0}"/>
          </ac:spMkLst>
        </pc:spChg>
        <pc:picChg chg="add mod ord">
          <ac:chgData name="kurt cook" userId="321ccbcd2a9401d1" providerId="LiveId" clId="{12334046-9D52-49A4-8103-E4004819966A}" dt="2026-05-31T09:11:40.521" v="3277" actId="26606"/>
          <ac:picMkLst>
            <pc:docMk/>
            <pc:sldMk cId="492371014" sldId="256"/>
            <ac:picMk id="4" creationId="{C087926F-7E22-5830-A7E8-5FF377C5C6B2}"/>
          </ac:picMkLst>
        </pc:picChg>
      </pc:sldChg>
      <pc:sldChg chg="addSp modSp new mod setBg">
        <pc:chgData name="kurt cook" userId="321ccbcd2a9401d1" providerId="LiveId" clId="{12334046-9D52-49A4-8103-E4004819966A}" dt="2026-05-31T08:02:52.280" v="600" actId="33524"/>
        <pc:sldMkLst>
          <pc:docMk/>
          <pc:sldMk cId="2627999998" sldId="257"/>
        </pc:sldMkLst>
        <pc:spChg chg="mod">
          <ac:chgData name="kurt cook" userId="321ccbcd2a9401d1" providerId="LiveId" clId="{12334046-9D52-49A4-8103-E4004819966A}" dt="2026-05-31T08:02:45.040" v="599" actId="26606"/>
          <ac:spMkLst>
            <pc:docMk/>
            <pc:sldMk cId="2627999998" sldId="257"/>
            <ac:spMk id="2" creationId="{D630ABC5-8DF5-9303-A927-BC2A9F6A8C46}"/>
          </ac:spMkLst>
        </pc:spChg>
        <pc:spChg chg="mod">
          <ac:chgData name="kurt cook" userId="321ccbcd2a9401d1" providerId="LiveId" clId="{12334046-9D52-49A4-8103-E4004819966A}" dt="2026-05-31T08:02:52.280" v="600" actId="33524"/>
          <ac:spMkLst>
            <pc:docMk/>
            <pc:sldMk cId="2627999998" sldId="257"/>
            <ac:spMk id="3" creationId="{0F5344B5-D858-2C8C-0138-DC736DF9E3E9}"/>
          </ac:spMkLst>
        </pc:spChg>
        <pc:spChg chg="add">
          <ac:chgData name="kurt cook" userId="321ccbcd2a9401d1" providerId="LiveId" clId="{12334046-9D52-49A4-8103-E4004819966A}" dt="2026-05-31T08:02:45.040" v="599" actId="26606"/>
          <ac:spMkLst>
            <pc:docMk/>
            <pc:sldMk cId="2627999998" sldId="257"/>
            <ac:spMk id="10" creationId="{45D37F4E-DDB4-456B-97E0-9937730A039F}"/>
          </ac:spMkLst>
        </pc:spChg>
        <pc:spChg chg="add">
          <ac:chgData name="kurt cook" userId="321ccbcd2a9401d1" providerId="LiveId" clId="{12334046-9D52-49A4-8103-E4004819966A}" dt="2026-05-31T08:02:45.040" v="599" actId="26606"/>
          <ac:spMkLst>
            <pc:docMk/>
            <pc:sldMk cId="2627999998" sldId="257"/>
            <ac:spMk id="12" creationId="{B2DD41CD-8F47-4F56-AD12-4E2FF7696987}"/>
          </ac:spMkLst>
        </pc:spChg>
        <pc:picChg chg="add mod">
          <ac:chgData name="kurt cook" userId="321ccbcd2a9401d1" providerId="LiveId" clId="{12334046-9D52-49A4-8103-E4004819966A}" dt="2026-05-31T08:02:45.040" v="599" actId="26606"/>
          <ac:picMkLst>
            <pc:docMk/>
            <pc:sldMk cId="2627999998" sldId="257"/>
            <ac:picMk id="5" creationId="{8FE42DA9-B796-BD9F-1132-57F8004395AA}"/>
          </ac:picMkLst>
        </pc:picChg>
      </pc:sldChg>
      <pc:sldChg chg="addSp delSp modSp new mod setBg">
        <pc:chgData name="kurt cook" userId="321ccbcd2a9401d1" providerId="LiveId" clId="{12334046-9D52-49A4-8103-E4004819966A}" dt="2026-05-31T08:25:24.930" v="952" actId="27636"/>
        <pc:sldMkLst>
          <pc:docMk/>
          <pc:sldMk cId="2765618925" sldId="258"/>
        </pc:sldMkLst>
        <pc:spChg chg="mod">
          <ac:chgData name="kurt cook" userId="321ccbcd2a9401d1" providerId="LiveId" clId="{12334046-9D52-49A4-8103-E4004819966A}" dt="2026-05-31T08:25:13.631" v="949" actId="26606"/>
          <ac:spMkLst>
            <pc:docMk/>
            <pc:sldMk cId="2765618925" sldId="258"/>
            <ac:spMk id="2" creationId="{54A02E0D-9B38-2BC5-1AE1-6A0FE959B9B0}"/>
          </ac:spMkLst>
        </pc:spChg>
        <pc:spChg chg="mod ord">
          <ac:chgData name="kurt cook" userId="321ccbcd2a9401d1" providerId="LiveId" clId="{12334046-9D52-49A4-8103-E4004819966A}" dt="2026-05-31T08:25:24.930" v="952" actId="27636"/>
          <ac:spMkLst>
            <pc:docMk/>
            <pc:sldMk cId="2765618925" sldId="258"/>
            <ac:spMk id="3" creationId="{EBEDE7F6-90CC-A732-BA8F-41B0C20DE35D}"/>
          </ac:spMkLst>
        </pc:spChg>
        <pc:spChg chg="add del mod">
          <ac:chgData name="kurt cook" userId="321ccbcd2a9401d1" providerId="LiveId" clId="{12334046-9D52-49A4-8103-E4004819966A}" dt="2026-05-31T08:19:59.507" v="925" actId="478"/>
          <ac:spMkLst>
            <pc:docMk/>
            <pc:sldMk cId="2765618925" sldId="258"/>
            <ac:spMk id="4" creationId="{99C3752D-DBFD-6B92-5708-BC29B5A38AFD}"/>
          </ac:spMkLst>
        </pc:spChg>
        <pc:spChg chg="add del">
          <ac:chgData name="kurt cook" userId="321ccbcd2a9401d1" providerId="LiveId" clId="{12334046-9D52-49A4-8103-E4004819966A}" dt="2026-05-31T08:21:36.748" v="937" actId="26606"/>
          <ac:spMkLst>
            <pc:docMk/>
            <pc:sldMk cId="2765618925" sldId="258"/>
            <ac:spMk id="8" creationId="{18873D23-2DCF-4B31-A009-95721C06E8E1}"/>
          </ac:spMkLst>
        </pc:spChg>
        <pc:spChg chg="add del">
          <ac:chgData name="kurt cook" userId="321ccbcd2a9401d1" providerId="LiveId" clId="{12334046-9D52-49A4-8103-E4004819966A}" dt="2026-05-31T08:21:36.748" v="937" actId="26606"/>
          <ac:spMkLst>
            <pc:docMk/>
            <pc:sldMk cId="2765618925" sldId="258"/>
            <ac:spMk id="10" creationId="{C13EF075-D4EF-4929-ADBC-91B27DA19955}"/>
          </ac:spMkLst>
        </pc:spChg>
        <pc:spChg chg="add del">
          <ac:chgData name="kurt cook" userId="321ccbcd2a9401d1" providerId="LiveId" clId="{12334046-9D52-49A4-8103-E4004819966A}" dt="2026-05-31T08:25:13.631" v="949" actId="26606"/>
          <ac:spMkLst>
            <pc:docMk/>
            <pc:sldMk cId="2765618925" sldId="258"/>
            <ac:spMk id="22" creationId="{9F7D5CDA-D291-4307-BF55-1381FED29634}"/>
          </ac:spMkLst>
        </pc:spChg>
        <pc:spChg chg="add">
          <ac:chgData name="kurt cook" userId="321ccbcd2a9401d1" providerId="LiveId" clId="{12334046-9D52-49A4-8103-E4004819966A}" dt="2026-05-31T08:25:13.631" v="949" actId="26606"/>
          <ac:spMkLst>
            <pc:docMk/>
            <pc:sldMk cId="2765618925" sldId="258"/>
            <ac:spMk id="27" creationId="{2C61293E-6EBE-43EF-A52C-9BEBFD7679D4}"/>
          </ac:spMkLst>
        </pc:spChg>
        <pc:spChg chg="add">
          <ac:chgData name="kurt cook" userId="321ccbcd2a9401d1" providerId="LiveId" clId="{12334046-9D52-49A4-8103-E4004819966A}" dt="2026-05-31T08:25:13.631" v="949" actId="26606"/>
          <ac:spMkLst>
            <pc:docMk/>
            <pc:sldMk cId="2765618925" sldId="258"/>
            <ac:spMk id="29" creationId="{21540236-BFD5-4A9D-8840-4703E7F76825}"/>
          </ac:spMkLst>
        </pc:spChg>
        <pc:grpChg chg="add del">
          <ac:chgData name="kurt cook" userId="321ccbcd2a9401d1" providerId="LiveId" clId="{12334046-9D52-49A4-8103-E4004819966A}" dt="2026-05-31T08:21:36.748" v="937" actId="26606"/>
          <ac:grpSpMkLst>
            <pc:docMk/>
            <pc:sldMk cId="2765618925" sldId="258"/>
            <ac:grpSpMk id="12" creationId="{DAA26DFA-AAB2-4973-9C17-16D587C7B198}"/>
          </ac:grpSpMkLst>
        </pc:grpChg>
        <pc:picChg chg="add del mod modCrop">
          <ac:chgData name="kurt cook" userId="321ccbcd2a9401d1" providerId="LiveId" clId="{12334046-9D52-49A4-8103-E4004819966A}" dt="2026-05-31T08:23:23.978" v="942" actId="21"/>
          <ac:picMkLst>
            <pc:docMk/>
            <pc:sldMk cId="2765618925" sldId="258"/>
            <ac:picMk id="5" creationId="{C7A2A919-2F91-E6A1-4550-5619E1709F8D}"/>
          </ac:picMkLst>
        </pc:picChg>
        <pc:picChg chg="add del mod modCrop">
          <ac:chgData name="kurt cook" userId="321ccbcd2a9401d1" providerId="LiveId" clId="{12334046-9D52-49A4-8103-E4004819966A}" dt="2026-05-31T08:24:45.165" v="946" actId="21"/>
          <ac:picMkLst>
            <pc:docMk/>
            <pc:sldMk cId="2765618925" sldId="258"/>
            <ac:picMk id="6" creationId="{C7A2A919-2F91-E6A1-4550-5619E1709F8D}"/>
          </ac:picMkLst>
        </pc:picChg>
        <pc:picChg chg="add mod">
          <ac:chgData name="kurt cook" userId="321ccbcd2a9401d1" providerId="LiveId" clId="{12334046-9D52-49A4-8103-E4004819966A}" dt="2026-05-31T08:25:13.631" v="949" actId="26606"/>
          <ac:picMkLst>
            <pc:docMk/>
            <pc:sldMk cId="2765618925" sldId="258"/>
            <ac:picMk id="7" creationId="{83AB6F76-3F6C-8E56-F25D-0DC5F6C73924}"/>
          </ac:picMkLst>
        </pc:picChg>
        <pc:picChg chg="add del">
          <ac:chgData name="kurt cook" userId="321ccbcd2a9401d1" providerId="LiveId" clId="{12334046-9D52-49A4-8103-E4004819966A}" dt="2026-05-31T08:21:38.881" v="938" actId="478"/>
          <ac:picMkLst>
            <pc:docMk/>
            <pc:sldMk cId="2765618925" sldId="258"/>
            <ac:picMk id="18" creationId="{28DB1CDB-13F5-0272-D973-3F1D836921F4}"/>
          </ac:picMkLst>
        </pc:picChg>
      </pc:sldChg>
      <pc:sldChg chg="addSp modSp new mod setBg">
        <pc:chgData name="kurt cook" userId="321ccbcd2a9401d1" providerId="LiveId" clId="{12334046-9D52-49A4-8103-E4004819966A}" dt="2026-05-31T08:41:31.415" v="1576" actId="1076"/>
        <pc:sldMkLst>
          <pc:docMk/>
          <pc:sldMk cId="3193649968" sldId="259"/>
        </pc:sldMkLst>
        <pc:spChg chg="mod">
          <ac:chgData name="kurt cook" userId="321ccbcd2a9401d1" providerId="LiveId" clId="{12334046-9D52-49A4-8103-E4004819966A}" dt="2026-05-31T08:40:30.973" v="1545" actId="26606"/>
          <ac:spMkLst>
            <pc:docMk/>
            <pc:sldMk cId="3193649968" sldId="259"/>
            <ac:spMk id="2" creationId="{E4EACD95-203C-D617-2DBA-9B10976F2F1D}"/>
          </ac:spMkLst>
        </pc:spChg>
        <pc:spChg chg="mod">
          <ac:chgData name="kurt cook" userId="321ccbcd2a9401d1" providerId="LiveId" clId="{12334046-9D52-49A4-8103-E4004819966A}" dt="2026-05-31T08:40:30.973" v="1545" actId="26606"/>
          <ac:spMkLst>
            <pc:docMk/>
            <pc:sldMk cId="3193649968" sldId="259"/>
            <ac:spMk id="3" creationId="{58C893F6-D72C-15CC-0B42-EA0EA81CB7A9}"/>
          </ac:spMkLst>
        </pc:spChg>
        <pc:spChg chg="add mod">
          <ac:chgData name="kurt cook" userId="321ccbcd2a9401d1" providerId="LiveId" clId="{12334046-9D52-49A4-8103-E4004819966A}" dt="2026-05-31T08:41:11.264" v="1562" actId="113"/>
          <ac:spMkLst>
            <pc:docMk/>
            <pc:sldMk cId="3193649968" sldId="259"/>
            <ac:spMk id="8" creationId="{EA294F50-7F6F-70F4-B2F1-8BA6B5ED3C68}"/>
          </ac:spMkLst>
        </pc:spChg>
        <pc:spChg chg="add mod">
          <ac:chgData name="kurt cook" userId="321ccbcd2a9401d1" providerId="LiveId" clId="{12334046-9D52-49A4-8103-E4004819966A}" dt="2026-05-31T08:41:31.415" v="1576" actId="1076"/>
          <ac:spMkLst>
            <pc:docMk/>
            <pc:sldMk cId="3193649968" sldId="259"/>
            <ac:spMk id="10" creationId="{8FBF6A6E-4235-C41B-2501-F25321FA2B4B}"/>
          </ac:spMkLst>
        </pc:spChg>
        <pc:spChg chg="add">
          <ac:chgData name="kurt cook" userId="321ccbcd2a9401d1" providerId="LiveId" clId="{12334046-9D52-49A4-8103-E4004819966A}" dt="2026-05-31T08:40:30.973" v="1545" actId="26606"/>
          <ac:spMkLst>
            <pc:docMk/>
            <pc:sldMk cId="3193649968" sldId="259"/>
            <ac:spMk id="12" creationId="{5EF17487-C386-4F99-B5EB-4FD3DF4236B2}"/>
          </ac:spMkLst>
        </pc:spChg>
        <pc:spChg chg="add">
          <ac:chgData name="kurt cook" userId="321ccbcd2a9401d1" providerId="LiveId" clId="{12334046-9D52-49A4-8103-E4004819966A}" dt="2026-05-31T08:40:30.973" v="1545" actId="26606"/>
          <ac:spMkLst>
            <pc:docMk/>
            <pc:sldMk cId="3193649968" sldId="259"/>
            <ac:spMk id="14" creationId="{A0DE92DF-4769-4DE9-93FD-EE31271850CA}"/>
          </ac:spMkLst>
        </pc:spChg>
        <pc:picChg chg="add mod ord">
          <ac:chgData name="kurt cook" userId="321ccbcd2a9401d1" providerId="LiveId" clId="{12334046-9D52-49A4-8103-E4004819966A}" dt="2026-05-31T08:40:30.973" v="1545" actId="26606"/>
          <ac:picMkLst>
            <pc:docMk/>
            <pc:sldMk cId="3193649968" sldId="259"/>
            <ac:picMk id="5" creationId="{38A071CF-803D-7AFA-C2CD-F3C76D2339CF}"/>
          </ac:picMkLst>
        </pc:picChg>
        <pc:picChg chg="add mod">
          <ac:chgData name="kurt cook" userId="321ccbcd2a9401d1" providerId="LiveId" clId="{12334046-9D52-49A4-8103-E4004819966A}" dt="2026-05-31T08:40:30.973" v="1545" actId="26606"/>
          <ac:picMkLst>
            <pc:docMk/>
            <pc:sldMk cId="3193649968" sldId="259"/>
            <ac:picMk id="7" creationId="{1C7BAA09-E950-9C07-3D84-3F5151324C8D}"/>
          </ac:picMkLst>
        </pc:picChg>
      </pc:sldChg>
      <pc:sldChg chg="addSp delSp modSp new mod setBg">
        <pc:chgData name="kurt cook" userId="321ccbcd2a9401d1" providerId="LiveId" clId="{12334046-9D52-49A4-8103-E4004819966A}" dt="2026-05-31T08:59:39.987" v="2517" actId="14100"/>
        <pc:sldMkLst>
          <pc:docMk/>
          <pc:sldMk cId="1009536006" sldId="260"/>
        </pc:sldMkLst>
        <pc:spChg chg="mod">
          <ac:chgData name="kurt cook" userId="321ccbcd2a9401d1" providerId="LiveId" clId="{12334046-9D52-49A4-8103-E4004819966A}" dt="2026-05-31T08:50:02.209" v="2080" actId="26606"/>
          <ac:spMkLst>
            <pc:docMk/>
            <pc:sldMk cId="1009536006" sldId="260"/>
            <ac:spMk id="2" creationId="{49F45690-1430-7A4C-DD1C-4F7AEFFF7B1F}"/>
          </ac:spMkLst>
        </pc:spChg>
        <pc:spChg chg="mod">
          <ac:chgData name="kurt cook" userId="321ccbcd2a9401d1" providerId="LiveId" clId="{12334046-9D52-49A4-8103-E4004819966A}" dt="2026-05-31T08:50:02.209" v="2080" actId="26606"/>
          <ac:spMkLst>
            <pc:docMk/>
            <pc:sldMk cId="1009536006" sldId="260"/>
            <ac:spMk id="3" creationId="{1E0818A9-283B-A9FA-1882-45007DE8571C}"/>
          </ac:spMkLst>
        </pc:spChg>
        <pc:spChg chg="add mod">
          <ac:chgData name="kurt cook" userId="321ccbcd2a9401d1" providerId="LiveId" clId="{12334046-9D52-49A4-8103-E4004819966A}" dt="2026-05-31T08:59:39.987" v="2517" actId="14100"/>
          <ac:spMkLst>
            <pc:docMk/>
            <pc:sldMk cId="1009536006" sldId="260"/>
            <ac:spMk id="8" creationId="{2319DE0D-F03F-375A-03F8-6B0584E4BB9D}"/>
          </ac:spMkLst>
        </pc:spChg>
        <pc:spChg chg="add del">
          <ac:chgData name="kurt cook" userId="321ccbcd2a9401d1" providerId="LiveId" clId="{12334046-9D52-49A4-8103-E4004819966A}" dt="2026-05-31T08:50:02.201" v="2079" actId="26606"/>
          <ac:spMkLst>
            <pc:docMk/>
            <pc:sldMk cId="1009536006" sldId="260"/>
            <ac:spMk id="10" creationId="{058A14AF-9FB5-4CC7-BA35-E8E85D3EDF0E}"/>
          </ac:spMkLst>
        </pc:spChg>
        <pc:spChg chg="add del">
          <ac:chgData name="kurt cook" userId="321ccbcd2a9401d1" providerId="LiveId" clId="{12334046-9D52-49A4-8103-E4004819966A}" dt="2026-05-31T08:50:02.201" v="2079" actId="26606"/>
          <ac:spMkLst>
            <pc:docMk/>
            <pc:sldMk cId="1009536006" sldId="260"/>
            <ac:spMk id="12" creationId="{3A9A4357-BD1D-4622-A4FE-766E6AB8DE84}"/>
          </ac:spMkLst>
        </pc:spChg>
        <pc:spChg chg="add del">
          <ac:chgData name="kurt cook" userId="321ccbcd2a9401d1" providerId="LiveId" clId="{12334046-9D52-49A4-8103-E4004819966A}" dt="2026-05-31T08:50:02.201" v="2079" actId="26606"/>
          <ac:spMkLst>
            <pc:docMk/>
            <pc:sldMk cId="1009536006" sldId="260"/>
            <ac:spMk id="14" creationId="{E659831F-0D9A-4C63-9EBB-8435B85A440F}"/>
          </ac:spMkLst>
        </pc:spChg>
        <pc:spChg chg="add del">
          <ac:chgData name="kurt cook" userId="321ccbcd2a9401d1" providerId="LiveId" clId="{12334046-9D52-49A4-8103-E4004819966A}" dt="2026-05-31T08:50:02.201" v="2079" actId="26606"/>
          <ac:spMkLst>
            <pc:docMk/>
            <pc:sldMk cId="1009536006" sldId="260"/>
            <ac:spMk id="16" creationId="{E6995CE5-F890-4ABA-82A2-26507CE8D2A3}"/>
          </ac:spMkLst>
        </pc:spChg>
        <pc:spChg chg="add">
          <ac:chgData name="kurt cook" userId="321ccbcd2a9401d1" providerId="LiveId" clId="{12334046-9D52-49A4-8103-E4004819966A}" dt="2026-05-31T08:50:02.209" v="2080" actId="26606"/>
          <ac:spMkLst>
            <pc:docMk/>
            <pc:sldMk cId="1009536006" sldId="260"/>
            <ac:spMk id="18" creationId="{743AA782-23D1-4521-8CAD-47662984AA08}"/>
          </ac:spMkLst>
        </pc:spChg>
        <pc:spChg chg="add">
          <ac:chgData name="kurt cook" userId="321ccbcd2a9401d1" providerId="LiveId" clId="{12334046-9D52-49A4-8103-E4004819966A}" dt="2026-05-31T08:50:02.209" v="2080" actId="26606"/>
          <ac:spMkLst>
            <pc:docMk/>
            <pc:sldMk cId="1009536006" sldId="260"/>
            <ac:spMk id="19" creationId="{71877DBC-BB60-40F0-AC93-2ACDBAAE60CE}"/>
          </ac:spMkLst>
        </pc:spChg>
        <pc:picChg chg="add mod modCrop">
          <ac:chgData name="kurt cook" userId="321ccbcd2a9401d1" providerId="LiveId" clId="{12334046-9D52-49A4-8103-E4004819966A}" dt="2026-05-31T08:51:51.160" v="2102" actId="1076"/>
          <ac:picMkLst>
            <pc:docMk/>
            <pc:sldMk cId="1009536006" sldId="260"/>
            <ac:picMk id="5" creationId="{684C6947-E053-EEE4-CD0F-90BAFC144EE7}"/>
          </ac:picMkLst>
        </pc:picChg>
        <pc:picChg chg="add del mod modCrop">
          <ac:chgData name="kurt cook" userId="321ccbcd2a9401d1" providerId="LiveId" clId="{12334046-9D52-49A4-8103-E4004819966A}" dt="2026-05-31T08:51:29.088" v="2097" actId="478"/>
          <ac:picMkLst>
            <pc:docMk/>
            <pc:sldMk cId="1009536006" sldId="260"/>
            <ac:picMk id="7" creationId="{B86E839F-D2A8-671A-4305-7D50D6D6A5A1}"/>
          </ac:picMkLst>
        </pc:picChg>
      </pc:sldChg>
      <pc:sldChg chg="addSp modSp new mod setBg">
        <pc:chgData name="kurt cook" userId="321ccbcd2a9401d1" providerId="LiveId" clId="{12334046-9D52-49A4-8103-E4004819966A}" dt="2026-05-31T09:04:09.750" v="2817" actId="20577"/>
        <pc:sldMkLst>
          <pc:docMk/>
          <pc:sldMk cId="3865352509" sldId="261"/>
        </pc:sldMkLst>
        <pc:spChg chg="mod">
          <ac:chgData name="kurt cook" userId="321ccbcd2a9401d1" providerId="LiveId" clId="{12334046-9D52-49A4-8103-E4004819966A}" dt="2026-05-31T09:04:09.750" v="2817" actId="20577"/>
          <ac:spMkLst>
            <pc:docMk/>
            <pc:sldMk cId="3865352509" sldId="261"/>
            <ac:spMk id="2" creationId="{8CD59AF7-2372-FC9D-2B86-CB58D15455AB}"/>
          </ac:spMkLst>
        </pc:spChg>
        <pc:spChg chg="mod">
          <ac:chgData name="kurt cook" userId="321ccbcd2a9401d1" providerId="LiveId" clId="{12334046-9D52-49A4-8103-E4004819966A}" dt="2026-05-31T09:00:18.652" v="2521" actId="26606"/>
          <ac:spMkLst>
            <pc:docMk/>
            <pc:sldMk cId="3865352509" sldId="261"/>
            <ac:spMk id="3" creationId="{0DAC4537-DF31-5C89-4ED7-1D2873AC1923}"/>
          </ac:spMkLst>
        </pc:spChg>
        <pc:spChg chg="add mod">
          <ac:chgData name="kurt cook" userId="321ccbcd2a9401d1" providerId="LiveId" clId="{12334046-9D52-49A4-8103-E4004819966A}" dt="2026-05-31T09:01:11.417" v="2574" actId="14100"/>
          <ac:spMkLst>
            <pc:docMk/>
            <pc:sldMk cId="3865352509" sldId="261"/>
            <ac:spMk id="7" creationId="{DDB032F5-DCAE-8025-4166-E02E3FAF9357}"/>
          </ac:spMkLst>
        </pc:spChg>
        <pc:spChg chg="add">
          <ac:chgData name="kurt cook" userId="321ccbcd2a9401d1" providerId="LiveId" clId="{12334046-9D52-49A4-8103-E4004819966A}" dt="2026-05-31T09:00:18.652" v="2521" actId="26606"/>
          <ac:spMkLst>
            <pc:docMk/>
            <pc:sldMk cId="3865352509" sldId="261"/>
            <ac:spMk id="10" creationId="{743AA782-23D1-4521-8CAD-47662984AA08}"/>
          </ac:spMkLst>
        </pc:spChg>
        <pc:spChg chg="add">
          <ac:chgData name="kurt cook" userId="321ccbcd2a9401d1" providerId="LiveId" clId="{12334046-9D52-49A4-8103-E4004819966A}" dt="2026-05-31T09:00:18.652" v="2521" actId="26606"/>
          <ac:spMkLst>
            <pc:docMk/>
            <pc:sldMk cId="3865352509" sldId="261"/>
            <ac:spMk id="12" creationId="{650D18FE-0824-4A46-B22C-A86B52E5780A}"/>
          </ac:spMkLst>
        </pc:spChg>
        <pc:picChg chg="add mod">
          <ac:chgData name="kurt cook" userId="321ccbcd2a9401d1" providerId="LiveId" clId="{12334046-9D52-49A4-8103-E4004819966A}" dt="2026-05-31T09:00:31.001" v="2524" actId="1076"/>
          <ac:picMkLst>
            <pc:docMk/>
            <pc:sldMk cId="3865352509" sldId="261"/>
            <ac:picMk id="5" creationId="{C3FC49EC-1DF6-2E69-AAA0-1B72A34AE082}"/>
          </ac:picMkLst>
        </pc:picChg>
      </pc:sldChg>
      <pc:sldChg chg="addSp delSp modSp new mod setBg">
        <pc:chgData name="kurt cook" userId="321ccbcd2a9401d1" providerId="LiveId" clId="{12334046-9D52-49A4-8103-E4004819966A}" dt="2026-05-31T09:10:52.959" v="3272" actId="26606"/>
        <pc:sldMkLst>
          <pc:docMk/>
          <pc:sldMk cId="1801385639" sldId="262"/>
        </pc:sldMkLst>
        <pc:spChg chg="mod">
          <ac:chgData name="kurt cook" userId="321ccbcd2a9401d1" providerId="LiveId" clId="{12334046-9D52-49A4-8103-E4004819966A}" dt="2026-05-31T09:10:52.959" v="3272" actId="26606"/>
          <ac:spMkLst>
            <pc:docMk/>
            <pc:sldMk cId="1801385639" sldId="262"/>
            <ac:spMk id="2" creationId="{735A582B-D074-A72C-FAAE-47FBE19168C4}"/>
          </ac:spMkLst>
        </pc:spChg>
        <pc:spChg chg="mod ord">
          <ac:chgData name="kurt cook" userId="321ccbcd2a9401d1" providerId="LiveId" clId="{12334046-9D52-49A4-8103-E4004819966A}" dt="2026-05-31T09:10:52.959" v="3272" actId="26606"/>
          <ac:spMkLst>
            <pc:docMk/>
            <pc:sldMk cId="1801385639" sldId="262"/>
            <ac:spMk id="3" creationId="{5FA94ED8-B15A-4B0F-A0F6-2A8D91AE8F2E}"/>
          </ac:spMkLst>
        </pc:spChg>
        <pc:spChg chg="add del">
          <ac:chgData name="kurt cook" userId="321ccbcd2a9401d1" providerId="LiveId" clId="{12334046-9D52-49A4-8103-E4004819966A}" dt="2026-05-31T09:10:52.954" v="3271" actId="26606"/>
          <ac:spMkLst>
            <pc:docMk/>
            <pc:sldMk cId="1801385639" sldId="262"/>
            <ac:spMk id="10" creationId="{D2B783EE-0239-4717-BBEA-8C9EAC61C824}"/>
          </ac:spMkLst>
        </pc:spChg>
        <pc:spChg chg="add del">
          <ac:chgData name="kurt cook" userId="321ccbcd2a9401d1" providerId="LiveId" clId="{12334046-9D52-49A4-8103-E4004819966A}" dt="2026-05-31T09:10:52.954" v="3271" actId="26606"/>
          <ac:spMkLst>
            <pc:docMk/>
            <pc:sldMk cId="1801385639" sldId="262"/>
            <ac:spMk id="12" creationId="{A7B99495-F43F-4D80-A44F-2CB4764EB90B}"/>
          </ac:spMkLst>
        </pc:spChg>
        <pc:spChg chg="add del">
          <ac:chgData name="kurt cook" userId="321ccbcd2a9401d1" providerId="LiveId" clId="{12334046-9D52-49A4-8103-E4004819966A}" dt="2026-05-31T09:10:52.954" v="3271" actId="26606"/>
          <ac:spMkLst>
            <pc:docMk/>
            <pc:sldMk cId="1801385639" sldId="262"/>
            <ac:spMk id="14" creationId="{70BEB1E7-2F88-40BC-B73D-42E5B6F80BFC}"/>
          </ac:spMkLst>
        </pc:spChg>
        <pc:spChg chg="add">
          <ac:chgData name="kurt cook" userId="321ccbcd2a9401d1" providerId="LiveId" clId="{12334046-9D52-49A4-8103-E4004819966A}" dt="2026-05-31T09:10:52.959" v="3272" actId="26606"/>
          <ac:spMkLst>
            <pc:docMk/>
            <pc:sldMk cId="1801385639" sldId="262"/>
            <ac:spMk id="16" creationId="{151F3819-4351-4730-8E02-40BF286E0E4A}"/>
          </ac:spMkLst>
        </pc:spChg>
        <pc:spChg chg="add">
          <ac:chgData name="kurt cook" userId="321ccbcd2a9401d1" providerId="LiveId" clId="{12334046-9D52-49A4-8103-E4004819966A}" dt="2026-05-31T09:10:52.959" v="3272" actId="26606"/>
          <ac:spMkLst>
            <pc:docMk/>
            <pc:sldMk cId="1801385639" sldId="262"/>
            <ac:spMk id="17" creationId="{7DAE5130-F148-4C5A-A6CB-48165DC767C5}"/>
          </ac:spMkLst>
        </pc:spChg>
        <pc:picChg chg="add mod ord">
          <ac:chgData name="kurt cook" userId="321ccbcd2a9401d1" providerId="LiveId" clId="{12334046-9D52-49A4-8103-E4004819966A}" dt="2026-05-31T09:10:52.959" v="3272" actId="26606"/>
          <ac:picMkLst>
            <pc:docMk/>
            <pc:sldMk cId="1801385639" sldId="262"/>
            <ac:picMk id="4" creationId="{21BFFFE4-09AC-4F97-57D9-4EFFF017B6DC}"/>
          </ac:picMkLst>
        </pc:picChg>
        <pc:picChg chg="add mod">
          <ac:chgData name="kurt cook" userId="321ccbcd2a9401d1" providerId="LiveId" clId="{12334046-9D52-49A4-8103-E4004819966A}" dt="2026-05-31T09:10:52.959" v="3272" actId="26606"/>
          <ac:picMkLst>
            <pc:docMk/>
            <pc:sldMk cId="1801385639" sldId="262"/>
            <ac:picMk id="5" creationId="{34BED5FD-C89F-16F0-4FD7-CE6A63C1F29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1E07D9-DB3F-415B-B09D-1D7E997CBAF7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CE9473-B4CE-4E3D-96EA-EE7CF13F0F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0437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CE9473-B4CE-4E3D-96EA-EE7CF13F0F92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1248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0273-8088-E485-F4DF-8D2DCEC60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58EF9F-7840-D47E-A27A-72603AE55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168FC-43F5-F2C0-C3D1-A2B853448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E656B-6F90-4E6E-9DB7-DDD978AD3376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4BBC6-11B9-6CE0-5FF8-373FB2ABB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1438E-A57A-BF56-6244-EA0CC8FF0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036-5654-4B63-89FB-BEEE7DC33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0739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1FC32-70F8-3D5F-C8EA-BE11ADAF7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83244-102A-5589-0367-7107B6FCD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E520E-6EFE-91C2-4440-8751A69D0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E656B-6F90-4E6E-9DB7-DDD978AD3376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10E84-A750-DE3B-A04C-009FBABF4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0D932-06C7-013F-03AF-295B10968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036-5654-4B63-89FB-BEEE7DC33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9300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8ED08-1215-68F5-ACCC-6D582C68D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AB907-CAF1-F85C-00CB-63110D723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5C30E-11D1-9C33-6032-28D35242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E656B-6F90-4E6E-9DB7-DDD978AD3376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CFA03-F008-DB6A-18C4-ED49A8D00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20192-9804-02F1-C48B-6623E4483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036-5654-4B63-89FB-BEEE7DC33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9836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B1BFC-A70A-247B-0388-41DDEC0DB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3E420-E196-9871-0F51-212E83E089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6BC23-F286-4882-DA98-7BB0708C6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35242-C8CF-E133-C99C-8739CF43B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E656B-6F90-4E6E-9DB7-DDD978AD3376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A77C4-B860-F913-B845-B4D03425D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C2FAB-4DC7-53EB-86B0-FB3E41EB6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036-5654-4B63-89FB-BEEE7DC33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8118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F6EC6-489C-9711-6C84-5D0E76BE1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6A0F6-F07C-C307-347D-6FDDB06DC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49106-D8E3-3931-C2F2-D7DC35602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A7CE7A-E6C8-6F89-C7CD-CBF7E17E8C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9C721F-04E9-1B43-23A2-0BC73FEFF6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79FB06-0FE6-1C51-DC17-E39C7A61C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E656B-6F90-4E6E-9DB7-DDD978AD3376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1CD735-7DC6-C52C-3773-30A2B0D19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B69434-E265-E4E6-77E6-A039F60AF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036-5654-4B63-89FB-BEEE7DC33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0691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8A5A5-D145-467F-925F-4C048447C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1E406-7A37-881B-1905-FEDEF67FA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E656B-6F90-4E6E-9DB7-DDD978AD3376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7CEE68-5A88-69C3-A201-67899C341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1A21FC-F4B6-4196-11DB-276BB59A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036-5654-4B63-89FB-BEEE7DC33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5880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5866AC-4F9D-D467-6B52-29934A8A8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E656B-6F90-4E6E-9DB7-DDD978AD3376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51EBC3-E762-E479-AB47-220D10D59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3EB8C-50D5-9C21-1256-188AC5D4E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036-5654-4B63-89FB-BEEE7DC33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8461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CB402-B1C5-7D51-D48A-05BEA0A44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F9121-8809-5901-936C-449F0A89F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A342C-8657-906E-E3E6-7315CA0A2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FA2EF0-C8EE-955E-02F3-6CC749EFB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E656B-6F90-4E6E-9DB7-DDD978AD3376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F91BB0-F81A-5E5B-7365-B373EBBE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FFA99A-823E-D401-3A60-1312D5ADC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036-5654-4B63-89FB-BEEE7DC33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2068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43CE4-5BAC-B043-4A7D-BA5F4D0D6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1535AB-32C3-E11C-7B63-B1D2F0D182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0D8B1D-F8BC-2464-E9E2-4DD024362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F5599-0DCF-4CC8-F736-A61909A77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E656B-6F90-4E6E-9DB7-DDD978AD3376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1381E-47F6-3189-5693-25A0A971E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FCA284-246E-0E2F-6CE2-62A559D04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036-5654-4B63-89FB-BEEE7DC33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5238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E810-BF3F-B9A0-9B35-20591BAF4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4F325A-E8D4-58B1-FEE4-87B59F0863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27D67-6B62-98D7-9710-BB7F34F58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E656B-6F90-4E6E-9DB7-DDD978AD3376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BF353-F4BD-F34D-F46A-1B9926BED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1E1D7-C43A-077D-B835-039C7B6AE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036-5654-4B63-89FB-BEEE7DC33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4149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04238A-92A1-8D11-3A6C-8F00715588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3A4D6-037F-6AE7-EC33-7C67E4B91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53BFD-C8FB-9713-53E8-67F500C94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E656B-6F90-4E6E-9DB7-DDD978AD3376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C887D-C7B0-DCB8-92B1-817172A80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C840C-2F01-807F-1174-70BA1CC3A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A90036-5654-4B63-89FB-BEEE7DC33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8496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E83D60-5533-B556-FF68-F9AFA14A6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A93BF-CCD4-1216-210E-D16D69948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D4599-A0F9-0135-CD46-AE1CD5639D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DE656B-6F90-4E6E-9DB7-DDD978AD3376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D7729-B50A-3CE0-18E1-4B93A6660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423F3-6FCB-8D41-B441-727334046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A90036-5654-4B63-89FB-BEEE7DC331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822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Diffusion Tensor Imaging (DTI) Explained">
            <a:extLst>
              <a:ext uri="{FF2B5EF4-FFF2-40B4-BE49-F238E27FC236}">
                <a16:creationId xmlns:a16="http://schemas.microsoft.com/office/drawing/2014/main" id="{C087926F-7E22-5830-A7E8-5FF377C5C6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76" r="9089" b="1479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F47734-C75F-D9D3-EF3D-65EBEA5BE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AU" sz="4800">
                <a:solidFill>
                  <a:schemeClr val="bg1"/>
                </a:solidFill>
              </a:rPr>
              <a:t>Fitting a Diffusion </a:t>
            </a:r>
            <a:r>
              <a:rPr lang="en-AU" sz="4800" dirty="0">
                <a:solidFill>
                  <a:schemeClr val="bg1"/>
                </a:solidFill>
              </a:rPr>
              <a:t>Tensor field from MRI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007C1D-29B8-716A-4C2E-E4E6A557E7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AU" sz="2000">
                <a:solidFill>
                  <a:schemeClr val="bg1"/>
                </a:solidFill>
              </a:rPr>
              <a:t>Kurt Cook, Darius McLean, Zhenghong Shen, Jaiden Thomas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2371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30ABC5-8DF5-9303-A927-BC2A9F6A8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AU" sz="5400"/>
              <a:t>The Problem: Fitting the Diffusion Field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5344B5-D858-2C8C-0138-DC736DF9E3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2493" y="2071316"/>
                <a:ext cx="6713552" cy="4119172"/>
              </a:xfrm>
            </p:spPr>
            <p:txBody>
              <a:bodyPr anchor="t">
                <a:normAutofit/>
              </a:bodyPr>
              <a:lstStyle/>
              <a:p>
                <a:r>
                  <a:rPr lang="en-AU" sz="2200" dirty="0"/>
                  <a:t>Mapping water diffusivity through a patient's brain is characterised by the equation</a:t>
                </a:r>
              </a:p>
              <a:p>
                <a:pPr/>
                <a14:m>
                  <m:oMath xmlns:m="http://schemas.openxmlformats.org/officeDocument/2006/math">
                    <m:r>
                      <a:rPr lang="en-AU" sz="2200" b="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AU" sz="2200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22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200" b="0" i="1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AU" sz="2200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sz="2200" b="0" i="1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ctrlPr>
                          <a:rPr lang="en-AU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200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AU" sz="2200" b="0" i="1"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sSupPr>
                            <m:ctrlPr>
                              <a:rPr lang="en-AU" sz="22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AU" sz="2200" b="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AU" sz="2200" b="0" i="1">
                                    <a:latin typeface="Cambria Math" panose="02040503050406030204" pitchFamily="18" charset="0"/>
                                  </a:rPr>
                                  <m:t>g</m:t>
                                </m:r>
                              </m:e>
                            </m:acc>
                          </m:e>
                          <m:sup>
                            <m:r>
                              <m:rPr>
                                <m:sty m:val="p"/>
                              </m:rPr>
                              <a:rPr lang="en-AU" sz="2200" b="0" i="1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AU" sz="2200" b="0" i="1">
                            <a:latin typeface="Cambria Math" panose="02040503050406030204" pitchFamily="18" charset="0"/>
                          </a:rPr>
                          <m:t>𝐷</m:t>
                        </m:r>
                        <m:acc>
                          <m:accPr>
                            <m:chr m:val="⃗"/>
                            <m:ctrlPr>
                              <a:rPr lang="en-AU" sz="2200" b="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AU" sz="2200" b="0" i="1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</m:acc>
                      </m:e>
                    </m:d>
                  </m:oMath>
                </a14:m>
                <a:endParaRPr lang="en-AU" sz="2200" b="0" dirty="0"/>
              </a:p>
              <a:p>
                <a:r>
                  <a:rPr lang="en-AU" sz="2200" dirty="0"/>
                  <a:t>Since this process is anisotropic D is a rank(2,0) tensor or an SPD(3) matrix.</a:t>
                </a:r>
              </a:p>
              <a:p>
                <a:r>
                  <a:rPr lang="en-AU" sz="2200" b="0" dirty="0"/>
                  <a:t>The signals, gradient directions, and diffusion weighting pa</a:t>
                </a:r>
                <a:r>
                  <a:rPr lang="en-AU" sz="2200" dirty="0"/>
                  <a:t>rameter are experimentally determined.</a:t>
                </a:r>
              </a:p>
              <a:p>
                <a:r>
                  <a:rPr lang="en-AU" sz="2200" b="0" dirty="0"/>
                  <a:t>We seek to reconstruct the </a:t>
                </a:r>
                <a:r>
                  <a:rPr lang="en-AU" sz="2200" dirty="0"/>
                  <a:t>diffusion tensor field both voxel-wise and as an analytic function. </a:t>
                </a:r>
                <a:endParaRPr lang="en-AU" sz="2200" b="0" dirty="0"/>
              </a:p>
              <a:p>
                <a:endParaRPr lang="en-AU" sz="2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5344B5-D858-2C8C-0138-DC736DF9E3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2493" y="2071316"/>
                <a:ext cx="6713552" cy="4119172"/>
              </a:xfrm>
              <a:blipFill>
                <a:blip r:embed="rId2"/>
                <a:stretch>
                  <a:fillRect l="-1090" t="-1775" r="-9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The diagram illustrates a 3D representation of gradient pulse directions, with values indicating magnitude and orientation along the X and Y axes.&#10;&#10;AI-generated content may be incorrect.">
            <a:extLst>
              <a:ext uri="{FF2B5EF4-FFF2-40B4-BE49-F238E27FC236}">
                <a16:creationId xmlns:a16="http://schemas.microsoft.com/office/drawing/2014/main" id="{8FE42DA9-B796-BD9F-1132-57F8004395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8" r="2" b="1597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999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A02E0D-9B38-2BC5-1AE1-6A0FE959B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AU" sz="5400"/>
              <a:t>Determining the Diffusion tensor</a:t>
            </a:r>
          </a:p>
        </p:txBody>
      </p:sp>
      <p:pic>
        <p:nvPicPr>
          <p:cNvPr id="7" name="Picture 6" descr="Diffusion Tensor Imaging (DTI) – Department of Medical Physics – UW–Madison">
            <a:extLst>
              <a:ext uri="{FF2B5EF4-FFF2-40B4-BE49-F238E27FC236}">
                <a16:creationId xmlns:a16="http://schemas.microsoft.com/office/drawing/2014/main" id="{83AB6F76-3F6C-8E56-F25D-0DC5F6C739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52" r="12498" b="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9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EDE7F6-90CC-A732-BA8F-41B0C20DE3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97762" y="2706624"/>
                <a:ext cx="6251110" cy="3483864"/>
              </a:xfrm>
            </p:spPr>
            <p:txBody>
              <a:bodyPr>
                <a:normAutofit/>
              </a:bodyPr>
              <a:lstStyle/>
              <a:p>
                <a:r>
                  <a:rPr lang="en-AU" sz="2000" dirty="0"/>
                  <a:t>The diffusion equation can be converted to a linear equation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000" b="0" i="1"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S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AU" sz="2000" b="0" i="1">
                        <a:latin typeface="Cambria Math" panose="02040503050406030204" pitchFamily="18" charset="0"/>
                      </a:rPr>
                      <m:t>=−</m:t>
                    </m:r>
                  </m:oMath>
                </a14:m>
                <a:r>
                  <a:rPr lang="en-AU" sz="2000" dirty="0"/>
                  <a:t> 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AU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AU" sz="2000" i="1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</m:acc>
                      </m:e>
                      <m:sup>
                        <m:r>
                          <m:rPr>
                            <m:sty m:val="p"/>
                          </m:rPr>
                          <a:rPr lang="en-AU" sz="2000" i="1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AU" sz="2000" i="1">
                        <a:latin typeface="Cambria Math" panose="02040503050406030204" pitchFamily="18" charset="0"/>
                      </a:rPr>
                      <m:t>𝐷</m:t>
                    </m:r>
                    <m:acc>
                      <m:accPr>
                        <m:chr m:val="⃗"/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AU" sz="2000" i="1">
                            <a:latin typeface="Cambria Math" panose="02040503050406030204" pitchFamily="18" charset="0"/>
                          </a:rPr>
                          <m:t>g</m:t>
                        </m:r>
                      </m:e>
                    </m:acc>
                    <m:r>
                      <a:rPr lang="en-AU" sz="2000" b="0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AU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  <m:r>
                      <m:rPr>
                        <m:sty m:val="p"/>
                      </m:rPr>
                      <a:rPr lang="en-AU" sz="2000" b="0" i="1">
                        <a:latin typeface="Cambria Math" panose="02040503050406030204" pitchFamily="18" charset="0"/>
                      </a:rPr>
                      <m:t>A</m:t>
                    </m:r>
                    <m:acc>
                      <m:accPr>
                        <m:chr m:val="̃"/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  <m:r>
                      <a:rPr lang="en-AU" sz="2000" b="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sz="2000" b="0" i="1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lang="en-AU" sz="2000" dirty="0"/>
              </a:p>
              <a:p>
                <a:r>
                  <a:rPr lang="en-AU" sz="2000" dirty="0"/>
                  <a:t>Where,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AU" sz="2000" b="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AU" sz="2000" b="0" i="1">
                        <a:latin typeface="Cambria Math" panose="02040503050406030204" pitchFamily="18" charset="0"/>
                      </a:rPr>
                      <m:t> = −</m:t>
                    </m:r>
                    <m:f>
                      <m:f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b</m:t>
                        </m:r>
                      </m:den>
                    </m:f>
                    <m:r>
                      <a:rPr lang="en-AU" sz="2000" b="0" i="1">
                        <a:latin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S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AU" sz="2000" b="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</m:acc>
                    <m:r>
                      <a:rPr lang="en-AU" sz="2000" b="0" i="1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xx</m:t>
                            </m:r>
                          </m:sub>
                        </m:sSub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yy</m:t>
                            </m:r>
                          </m:sub>
                        </m:sSub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zz</m:t>
                            </m:r>
                          </m:sub>
                        </m:sSub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xy</m:t>
                            </m:r>
                          </m:sub>
                        </m:sSub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xz</m:t>
                            </m:r>
                          </m:sub>
                        </m:sSub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000" b="0" i="1">
                                <a:latin typeface="Cambria Math" panose="02040503050406030204" pitchFamily="18" charset="0"/>
                              </a:rPr>
                              <m:t>yz</m:t>
                            </m:r>
                          </m:sub>
                        </m:sSub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en-AU" sz="2000" b="0"/>
                          <m:t> 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endParaRPr lang="en-AU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AU" sz="2000" b="0" i="1">
                        <a:latin typeface="Cambria Math" panose="02040503050406030204" pitchFamily="18" charset="0"/>
                      </a:rPr>
                      <m:t> = [</m:t>
                    </m:r>
                    <m:sSup>
                      <m:sSup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  <m:t>g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00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  <m:t>g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000" b="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  <m:t>g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en-AU" sz="2000" b="0" i="1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000" b="0" i="1">
                        <a:latin typeface="Cambria Math" panose="02040503050406030204" pitchFamily="18" charset="0"/>
                      </a:rPr>
                      <m:t>, 2</m:t>
                    </m:r>
                    <m:sSubSup>
                      <m:sSubSup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bSup>
                    <m:sSubSup>
                      <m:sSubSup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y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bSup>
                    <m:r>
                      <a:rPr lang="en-AU" sz="2000" b="0" i="1">
                        <a:latin typeface="Cambria Math" panose="02040503050406030204" pitchFamily="18" charset="0"/>
                      </a:rPr>
                      <m:t>,2</m:t>
                    </m:r>
                    <m:sSubSup>
                      <m:sSubSup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bSup>
                    <m:sSubSup>
                      <m:sSubSup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bSup>
                    <m:r>
                      <a:rPr lang="en-AU" sz="2000" b="0" i="1">
                        <a:latin typeface="Cambria Math" panose="02040503050406030204" pitchFamily="18" charset="0"/>
                      </a:rPr>
                      <m:t>,2</m:t>
                    </m:r>
                    <m:sSubSup>
                      <m:sSubSup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y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bSup>
                    <m:sSubSup>
                      <m:sSubSup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z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AU" sz="2000" b="0" i="1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bSup>
                    <m:r>
                      <a:rPr lang="en-AU" sz="2000" b="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AU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EDE7F6-90CC-A732-BA8F-41B0C20DE3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97762" y="2706624"/>
                <a:ext cx="6251110" cy="3483864"/>
              </a:xfrm>
              <a:blipFill>
                <a:blip r:embed="rId3"/>
                <a:stretch>
                  <a:fillRect l="-877" t="-157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561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ACD95-203C-D617-2DBA-9B10976F2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824" y="643467"/>
            <a:ext cx="4772975" cy="1800526"/>
          </a:xfrm>
        </p:spPr>
        <p:txBody>
          <a:bodyPr>
            <a:normAutofit/>
          </a:bodyPr>
          <a:lstStyle/>
          <a:p>
            <a:r>
              <a:rPr lang="en-AU" sz="4100"/>
              <a:t>Finding a continuous Diffusion Field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893F6-D72C-15CC-0B42-EA0EA81CB7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46824" y="2623381"/>
                <a:ext cx="4772974" cy="3553581"/>
              </a:xfrm>
            </p:spPr>
            <p:txBody>
              <a:bodyPr>
                <a:normAutofit/>
              </a:bodyPr>
              <a:lstStyle/>
              <a:p>
                <a:r>
                  <a:rPr lang="en-AU" sz="1900"/>
                  <a:t>We seek to determine a continuous function for each diffusion component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1900" b="0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1900" b="0" i="1"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</m:sSub>
                  </m:oMath>
                </a14:m>
                <a:r>
                  <a:rPr lang="en-AU" sz="1900"/>
                  <a:t>.</a:t>
                </a:r>
              </a:p>
              <a:p>
                <a:r>
                  <a:rPr lang="en-AU" sz="1900"/>
                  <a:t>To this end we used Gaussian RBF’s to model each component.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1900" b="0" i="1">
                          <a:latin typeface="Cambria Math" panose="02040503050406030204" pitchFamily="18" charset="0"/>
                        </a:rPr>
                        <m:t>ln</m:t>
                      </m:r>
                      <m:sSub>
                        <m:sSubPr>
                          <m:ctrlPr>
                            <a:rPr lang="en-AU" sz="19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1900" b="0" i="1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1900" b="0" i="1"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</m:sSub>
                      <m:d>
                        <m:dPr>
                          <m:ctrlPr>
                            <a:rPr lang="en-AU" sz="19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9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1900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AU" sz="19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AU" sz="1900" b="0" i="1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AU" sz="1900" b="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AU" sz="19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AU" sz="1900" b="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1900" b="0" i="1">
                                  <a:latin typeface="Cambria Math" panose="02040503050406030204" pitchFamily="18" charset="0"/>
                                </a:rPr>
                                <m:t>vox</m:t>
                              </m:r>
                            </m:sub>
                          </m:sSub>
                        </m:sup>
                        <m:e>
                          <m:sSubSup>
                            <m:sSubSupPr>
                              <m:ctrlPr>
                                <a:rPr lang="en-AU" sz="1900" b="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AU" sz="1900" b="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AU" sz="1900" b="0" i="1">
                                  <a:latin typeface="Cambria Math" panose="02040503050406030204" pitchFamily="18" charset="0"/>
                                </a:rPr>
                                <m:t>ij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AU" sz="1900" b="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</m:sSubSup>
                          <m:r>
                            <a:rPr lang="en-AU" sz="1900" b="0" i="1">
                              <a:latin typeface="Cambria Math" panose="02040503050406030204" pitchFamily="18" charset="0"/>
                            </a:rPr>
                            <m:t>𝑒𝑥𝑝</m:t>
                          </m:r>
                          <m:d>
                            <m:dPr>
                              <m:ctrlPr>
                                <a:rPr lang="en-AU" sz="19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19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AU" sz="19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19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p>
                                  <m:r>
                                    <a:rPr lang="en-AU" sz="19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AU" sz="19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AU" sz="19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AU" sz="1900" b="0" i="1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  <m:r>
                                        <a:rPr lang="en-AU" sz="1900" b="0" i="1">
                                          <a:latin typeface="Cambria Math" panose="02040503050406030204" pitchFamily="18" charset="0"/>
                                        </a:rPr>
                                        <m:t> − </m:t>
                                      </m:r>
                                      <m:sSub>
                                        <m:sSubPr>
                                          <m:ctrlPr>
                                            <a:rPr lang="en-AU" sz="19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AU" sz="1900" b="0" i="1"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AU" sz="1900" b="0" i="1">
                                              <a:latin typeface="Cambria Math" panose="02040503050406030204" pitchFamily="18" charset="0"/>
                                            </a:rPr>
                                            <m:t>n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AU" sz="19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AU" sz="1900" b="0"/>
              </a:p>
              <a:p>
                <a:pPr marL="0" indent="0">
                  <a:buNone/>
                </a:pPr>
                <a:r>
                  <a:rPr lang="en-AU" sz="1900" b="0"/>
                  <a:t>To ensure we don’t overfit noise a parameter </a:t>
                </a:r>
                <a14:m>
                  <m:oMath xmlns:m="http://schemas.openxmlformats.org/officeDocument/2006/math">
                    <m:r>
                      <a:rPr lang="en-AU" sz="19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AU" sz="1900" b="0"/>
                  <a:t> was introduced and the minimum gcv</a:t>
                </a:r>
                <a:r>
                  <a:rPr lang="en-AU" sz="1900"/>
                  <a:t>-score for </a:t>
                </a:r>
                <a14:m>
                  <m:oMath xmlns:m="http://schemas.openxmlformats.org/officeDocument/2006/math">
                    <m:r>
                      <a:rPr lang="en-AU" sz="1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AU" sz="1900" b="0"/>
                  <a:t> and </a:t>
                </a:r>
                <a14:m>
                  <m:oMath xmlns:m="http://schemas.openxmlformats.org/officeDocument/2006/math">
                    <m:r>
                      <a:rPr lang="en-AU" sz="19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AU" sz="1900" b="0"/>
                  <a:t> was calculated.</a:t>
                </a:r>
              </a:p>
              <a:p>
                <a:pPr marL="0" indent="0">
                  <a:buNone/>
                </a:pPr>
                <a:endParaRPr lang="en-AU" sz="1900" b="0"/>
              </a:p>
              <a:p>
                <a:pPr marL="0" indent="0">
                  <a:buNone/>
                </a:pPr>
                <a:endParaRPr lang="en-AU" sz="190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893F6-D72C-15CC-0B42-EA0EA81CB7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46824" y="2623381"/>
                <a:ext cx="4772974" cy="3553581"/>
              </a:xfrm>
              <a:blipFill>
                <a:blip r:embed="rId3"/>
                <a:stretch>
                  <a:fillRect l="-1279" t="-1715" r="-17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The image depicts a series of overlaid plots or heat maps, each with a different color gradient, ranging from warm colors (red, yellow) to cool colors (blue, green), and each plot is labeled with a sequence of numbers that could represent the values or categories within the plot.&#10;&#10;AI-generated content may be incorrect.">
            <a:extLst>
              <a:ext uri="{FF2B5EF4-FFF2-40B4-BE49-F238E27FC236}">
                <a16:creationId xmlns:a16="http://schemas.microsoft.com/office/drawing/2014/main" id="{1C7BAA09-E950-9C07-3D84-3F5151324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0211" y="650834"/>
            <a:ext cx="3848322" cy="25302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A071CF-803D-7AFA-C2CD-F3C76D2339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0211" y="3685219"/>
            <a:ext cx="3848322" cy="25302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A294F50-7F6F-70F4-B2F1-8BA6B5ED3C68}"/>
              </a:ext>
            </a:extLst>
          </p:cNvPr>
          <p:cNvSpPr txBox="1"/>
          <p:nvPr/>
        </p:nvSpPr>
        <p:spPr>
          <a:xfrm>
            <a:off x="8851456" y="321345"/>
            <a:ext cx="2300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Fitted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BF6A6E-4235-C41B-2501-F25321FA2B4B}"/>
              </a:ext>
            </a:extLst>
          </p:cNvPr>
          <p:cNvSpPr txBox="1"/>
          <p:nvPr/>
        </p:nvSpPr>
        <p:spPr>
          <a:xfrm>
            <a:off x="8814560" y="3325929"/>
            <a:ext cx="1619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Raw results</a:t>
            </a:r>
          </a:p>
        </p:txBody>
      </p:sp>
    </p:spTree>
    <p:extLst>
      <p:ext uri="{BB962C8B-B14F-4D97-AF65-F5344CB8AC3E}">
        <p14:creationId xmlns:p14="http://schemas.microsoft.com/office/powerpoint/2010/main" val="3193649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F45690-1430-7A4C-DD1C-4F7AEFFF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AU" sz="5000"/>
              <a:t>Results: Mean Diffusivity Maps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0818A9-283B-A9FA-1882-45007DE857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0936" y="2660904"/>
                <a:ext cx="4818888" cy="3547872"/>
              </a:xfrm>
            </p:spPr>
            <p:txBody>
              <a:bodyPr anchor="t">
                <a:normAutofit/>
              </a:bodyPr>
              <a:lstStyle/>
              <a:p>
                <a:r>
                  <a:rPr lang="en-AU" sz="2000"/>
                  <a:t>The diffusion tensor at each voxel has 3 principal directions with accompanying ‘weights’ telling us the strength of diffusion for each of these directions</a:t>
                </a:r>
              </a:p>
              <a:p>
                <a:r>
                  <a:rPr lang="en-AU" sz="2000"/>
                  <a:t>These ‘weights’ are called eigenvalues and their average gives mean diffusivity</a:t>
                </a:r>
              </a:p>
              <a:p>
                <a:pPr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000" b="0" i="1">
                        <a:latin typeface="Cambria Math" panose="02040503050406030204" pitchFamily="18" charset="0"/>
                      </a:rPr>
                      <m:t>MD</m:t>
                    </m:r>
                    <m:r>
                      <a:rPr lang="en-AU" sz="2000" b="0" i="1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AU" sz="20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AU" sz="20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+ </m:t>
                        </m:r>
                        <m:sSub>
                          <m:sSub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AU" sz="20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AU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AU" sz="2000" b="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AU" sz="2000" b="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AU" sz="2000"/>
              </a:p>
              <a:p>
                <a:r>
                  <a:rPr lang="en-AU" sz="2000"/>
                  <a:t>This tells us which regions of the brain have the most diffusion and how diffusivity is distributed across the brain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0818A9-283B-A9FA-1882-45007DE857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936" y="2660904"/>
                <a:ext cx="4818888" cy="3547872"/>
              </a:xfrm>
              <a:blipFill>
                <a:blip r:embed="rId2"/>
                <a:stretch>
                  <a:fillRect l="-1139" t="-1718" r="-2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The image shows two scatter plots comparing mean diffusivity values (in mmￂﾲ/s) across different spatial coordinates, one representing actual data and the other modeled by an RBF (Radial Basis Function) model.&#10;&#10;AI-generated content may be incorrect.">
            <a:extLst>
              <a:ext uri="{FF2B5EF4-FFF2-40B4-BE49-F238E27FC236}">
                <a16:creationId xmlns:a16="http://schemas.microsoft.com/office/drawing/2014/main" id="{684C6947-E053-EEE4-CD0F-90BAFC144E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-4715" b="-1874"/>
          <a:stretch>
            <a:fillRect/>
          </a:stretch>
        </p:blipFill>
        <p:spPr>
          <a:xfrm>
            <a:off x="5687777" y="2836872"/>
            <a:ext cx="6115752" cy="29722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19DE0D-F03F-375A-03F8-6B0584E4BB9D}"/>
              </a:ext>
            </a:extLst>
          </p:cNvPr>
          <p:cNvSpPr txBox="1"/>
          <p:nvPr/>
        </p:nvSpPr>
        <p:spPr>
          <a:xfrm>
            <a:off x="6531922" y="2382012"/>
            <a:ext cx="4446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Mean diffusivity from Data and Model</a:t>
            </a:r>
          </a:p>
        </p:txBody>
      </p:sp>
    </p:spTree>
    <p:extLst>
      <p:ext uri="{BB962C8B-B14F-4D97-AF65-F5344CB8AC3E}">
        <p14:creationId xmlns:p14="http://schemas.microsoft.com/office/powerpoint/2010/main" val="1009536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D59AF7-2372-FC9D-2B86-CB58D1545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AU" sz="4600" dirty="0"/>
              <a:t>Results: Fractional Anisotropy Maps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AC4537-DF31-5C89-4ED7-1D2873AC19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0936" y="2660904"/>
                <a:ext cx="4818888" cy="3547872"/>
              </a:xfrm>
            </p:spPr>
            <p:txBody>
              <a:bodyPr anchor="t">
                <a:normAutofit/>
              </a:bodyPr>
              <a:lstStyle/>
              <a:p>
                <a:r>
                  <a:rPr lang="en-AU" sz="2200"/>
                  <a:t>Fractional Anisotropy lets us quantify how direction dependent different regions of the brain are.</a:t>
                </a:r>
              </a:p>
              <a:p>
                <a:r>
                  <a:rPr lang="en-AU" sz="2200"/>
                  <a:t>That is to say how isotropic or anisotropic different brain regions are.</a:t>
                </a:r>
              </a:p>
              <a:p>
                <a:r>
                  <a:rPr lang="en-AU" sz="2200"/>
                  <a:t>Fractional anisotropy is given by</a:t>
                </a:r>
              </a:p>
              <a:p>
                <a:pPr/>
                <a14:m>
                  <m:oMath xmlns:m="http://schemas.openxmlformats.org/officeDocument/2006/math">
                    <m:r>
                      <a:rPr lang="en-AU" sz="2200" i="1">
                        <a:latin typeface="Cambria Math" panose="02040503050406030204" pitchFamily="18" charset="0"/>
                      </a:rPr>
                      <m:t>𝐹𝐴</m:t>
                    </m:r>
                    <m:r>
                      <a:rPr lang="en-AU" sz="22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AU" sz="2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AU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AU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AU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AU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AU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AU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AU" sz="22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AU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  <m:t>𝜆</m:t>
                                        </m:r>
                                      </m:e>
                                      <m:sub>
                                        <m:r>
                                          <a:rPr lang="en-AU" sz="22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AU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AU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d>
                              <m:dPr>
                                <m:ctrlPr>
                                  <a:rPr lang="en-AU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AU" sz="2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AU" sz="2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AU" sz="2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</m:den>
                        </m:f>
                      </m:e>
                    </m:rad>
                  </m:oMath>
                </a14:m>
                <a:endParaRPr lang="en-AU" sz="220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AC4537-DF31-5C89-4ED7-1D2873AC19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936" y="2660904"/>
                <a:ext cx="4818888" cy="3547872"/>
              </a:xfrm>
              <a:blipFill>
                <a:blip r:embed="rId2"/>
                <a:stretch>
                  <a:fillRect l="-1519" t="-20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The image displays a brain scan with varying levels of FA (Fractional Anisotropy) indicating different tissue densities, with values ranging from 0.1 to 1.1 and corresponding to positions from 0 to 110 mm on the scan.&#10;&#10;AI-generated content may be incorrect.">
            <a:extLst>
              <a:ext uri="{FF2B5EF4-FFF2-40B4-BE49-F238E27FC236}">
                <a16:creationId xmlns:a16="http://schemas.microsoft.com/office/drawing/2014/main" id="{C3FC49EC-1DF6-2E69-AAA0-1B72A34AE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254" y="2917892"/>
            <a:ext cx="6077810" cy="29021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B032F5-DCAE-8025-4166-E02E3FAF9357}"/>
              </a:ext>
            </a:extLst>
          </p:cNvPr>
          <p:cNvSpPr txBox="1"/>
          <p:nvPr/>
        </p:nvSpPr>
        <p:spPr>
          <a:xfrm>
            <a:off x="6419088" y="2391156"/>
            <a:ext cx="4697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/>
              <a:t>Fractional Anisotropy for Data and Model</a:t>
            </a:r>
          </a:p>
        </p:txBody>
      </p:sp>
    </p:spTree>
    <p:extLst>
      <p:ext uri="{BB962C8B-B14F-4D97-AF65-F5344CB8AC3E}">
        <p14:creationId xmlns:p14="http://schemas.microsoft.com/office/powerpoint/2010/main" val="3865352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51F3819-4351-4730-8E02-40BF286E0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AE5130-F148-4C5A-A6CB-48165DC76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2"/>
            <a:ext cx="12191996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5A582B-D074-A72C-FAAE-47FBE1916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3887" y="609600"/>
            <a:ext cx="6564574" cy="1330518"/>
          </a:xfrm>
        </p:spPr>
        <p:txBody>
          <a:bodyPr>
            <a:normAutofit/>
          </a:bodyPr>
          <a:lstStyle/>
          <a:p>
            <a:r>
              <a:rPr lang="en-AU" dirty="0"/>
              <a:t>Further Extensions:</a:t>
            </a:r>
          </a:p>
        </p:txBody>
      </p:sp>
      <p:pic>
        <p:nvPicPr>
          <p:cNvPr id="4" name="Picture 3" descr="Traumatic Brain Injury | Pacific West MRI">
            <a:extLst>
              <a:ext uri="{FF2B5EF4-FFF2-40B4-BE49-F238E27FC236}">
                <a16:creationId xmlns:a16="http://schemas.microsoft.com/office/drawing/2014/main" id="{21BFFFE4-09AC-4F97-57D9-4EFFF017B6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15308"/>
          <a:stretch>
            <a:fillRect/>
          </a:stretch>
        </p:blipFill>
        <p:spPr>
          <a:xfrm>
            <a:off x="-8" y="3429008"/>
            <a:ext cx="4038600" cy="3428999"/>
          </a:xfrm>
          <a:custGeom>
            <a:avLst/>
            <a:gdLst/>
            <a:ahLst/>
            <a:cxnLst/>
            <a:rect l="l" t="t" r="r" b="b"/>
            <a:pathLst>
              <a:path w="4038600" h="3428999">
                <a:moveTo>
                  <a:pt x="0" y="0"/>
                </a:moveTo>
                <a:lnTo>
                  <a:pt x="3832764" y="0"/>
                </a:lnTo>
                <a:lnTo>
                  <a:pt x="3833410" y="4411"/>
                </a:lnTo>
                <a:cubicBezTo>
                  <a:pt x="3834310" y="12542"/>
                  <a:pt x="3834933" y="20617"/>
                  <a:pt x="3835321" y="28434"/>
                </a:cubicBezTo>
                <a:cubicBezTo>
                  <a:pt x="3843020" y="30350"/>
                  <a:pt x="3840588" y="61692"/>
                  <a:pt x="3852266" y="50998"/>
                </a:cubicBezTo>
                <a:cubicBezTo>
                  <a:pt x="3853153" y="61314"/>
                  <a:pt x="3849223" y="70391"/>
                  <a:pt x="3856614" y="62023"/>
                </a:cubicBezTo>
                <a:cubicBezTo>
                  <a:pt x="3857136" y="65272"/>
                  <a:pt x="3858208" y="66796"/>
                  <a:pt x="3859557" y="67517"/>
                </a:cubicBezTo>
                <a:lnTo>
                  <a:pt x="3860141" y="67604"/>
                </a:lnTo>
                <a:lnTo>
                  <a:pt x="3861913" y="90672"/>
                </a:lnTo>
                <a:lnTo>
                  <a:pt x="3863084" y="93141"/>
                </a:lnTo>
                <a:cubicBezTo>
                  <a:pt x="3863070" y="98407"/>
                  <a:pt x="3863057" y="103672"/>
                  <a:pt x="3863043" y="108938"/>
                </a:cubicBezTo>
                <a:lnTo>
                  <a:pt x="3863660" y="116693"/>
                </a:lnTo>
                <a:lnTo>
                  <a:pt x="3862518" y="119721"/>
                </a:lnTo>
                <a:cubicBezTo>
                  <a:pt x="3862017" y="122528"/>
                  <a:pt x="3862239" y="125949"/>
                  <a:pt x="3864097" y="130743"/>
                </a:cubicBezTo>
                <a:lnTo>
                  <a:pt x="3864775" y="131693"/>
                </a:lnTo>
                <a:lnTo>
                  <a:pt x="3864231" y="141960"/>
                </a:lnTo>
                <a:cubicBezTo>
                  <a:pt x="3863734" y="145469"/>
                  <a:pt x="3862886" y="148837"/>
                  <a:pt x="3861543" y="151981"/>
                </a:cubicBezTo>
                <a:cubicBezTo>
                  <a:pt x="3876816" y="176028"/>
                  <a:pt x="3873891" y="209754"/>
                  <a:pt x="3881956" y="241275"/>
                </a:cubicBezTo>
                <a:cubicBezTo>
                  <a:pt x="3880805" y="282291"/>
                  <a:pt x="3871108" y="290637"/>
                  <a:pt x="3883245" y="317540"/>
                </a:cubicBezTo>
                <a:cubicBezTo>
                  <a:pt x="3887431" y="330343"/>
                  <a:pt x="3884915" y="349601"/>
                  <a:pt x="3894824" y="382132"/>
                </a:cubicBezTo>
                <a:cubicBezTo>
                  <a:pt x="3902184" y="412768"/>
                  <a:pt x="3905028" y="440981"/>
                  <a:pt x="3912029" y="468465"/>
                </a:cubicBezTo>
                <a:cubicBezTo>
                  <a:pt x="3918870" y="501219"/>
                  <a:pt x="3919171" y="493504"/>
                  <a:pt x="3923563" y="512872"/>
                </a:cubicBezTo>
                <a:cubicBezTo>
                  <a:pt x="3925161" y="516259"/>
                  <a:pt x="3933257" y="548851"/>
                  <a:pt x="3935302" y="551780"/>
                </a:cubicBezTo>
                <a:cubicBezTo>
                  <a:pt x="3940193" y="569420"/>
                  <a:pt x="3948108" y="591435"/>
                  <a:pt x="3952908" y="618713"/>
                </a:cubicBezTo>
                <a:cubicBezTo>
                  <a:pt x="3949597" y="640336"/>
                  <a:pt x="3968857" y="662091"/>
                  <a:pt x="3964097" y="689135"/>
                </a:cubicBezTo>
                <a:cubicBezTo>
                  <a:pt x="3963409" y="698730"/>
                  <a:pt x="3967777" y="726290"/>
                  <a:pt x="3972561" y="730194"/>
                </a:cubicBezTo>
                <a:cubicBezTo>
                  <a:pt x="3974287" y="735671"/>
                  <a:pt x="3973869" y="742863"/>
                  <a:pt x="3978553" y="744105"/>
                </a:cubicBezTo>
                <a:cubicBezTo>
                  <a:pt x="3984369" y="746793"/>
                  <a:pt x="3979392" y="769550"/>
                  <a:pt x="3985056" y="764665"/>
                </a:cubicBezTo>
                <a:cubicBezTo>
                  <a:pt x="3981721" y="780759"/>
                  <a:pt x="3994221" y="788526"/>
                  <a:pt x="3998681" y="799644"/>
                </a:cubicBezTo>
                <a:cubicBezTo>
                  <a:pt x="3996807" y="806167"/>
                  <a:pt x="3999133" y="812044"/>
                  <a:pt x="4002586" y="819512"/>
                </a:cubicBezTo>
                <a:lnTo>
                  <a:pt x="4007152" y="829775"/>
                </a:lnTo>
                <a:cubicBezTo>
                  <a:pt x="4007290" y="831346"/>
                  <a:pt x="4007429" y="832918"/>
                  <a:pt x="4007568" y="834489"/>
                </a:cubicBezTo>
                <a:cubicBezTo>
                  <a:pt x="4008582" y="842878"/>
                  <a:pt x="4012501" y="870527"/>
                  <a:pt x="4013238" y="880111"/>
                </a:cubicBezTo>
                <a:lnTo>
                  <a:pt x="4011990" y="891990"/>
                </a:lnTo>
                <a:cubicBezTo>
                  <a:pt x="4012878" y="895711"/>
                  <a:pt x="4017741" y="899277"/>
                  <a:pt x="4018561" y="902435"/>
                </a:cubicBezTo>
                <a:lnTo>
                  <a:pt x="4016914" y="910937"/>
                </a:lnTo>
                <a:cubicBezTo>
                  <a:pt x="4021666" y="910045"/>
                  <a:pt x="4017754" y="920062"/>
                  <a:pt x="4017630" y="927631"/>
                </a:cubicBezTo>
                <a:cubicBezTo>
                  <a:pt x="4017765" y="943134"/>
                  <a:pt x="4017899" y="958638"/>
                  <a:pt x="4018033" y="974141"/>
                </a:cubicBezTo>
                <a:lnTo>
                  <a:pt x="4020844" y="1002853"/>
                </a:lnTo>
                <a:lnTo>
                  <a:pt x="4019159" y="1011649"/>
                </a:lnTo>
                <a:cubicBezTo>
                  <a:pt x="4018755" y="1030805"/>
                  <a:pt x="4025427" y="1051984"/>
                  <a:pt x="4019983" y="1065586"/>
                </a:cubicBezTo>
                <a:cubicBezTo>
                  <a:pt x="4019342" y="1071115"/>
                  <a:pt x="4019489" y="1076118"/>
                  <a:pt x="4020124" y="1080768"/>
                </a:cubicBezTo>
                <a:lnTo>
                  <a:pt x="4023046" y="1093182"/>
                </a:lnTo>
                <a:lnTo>
                  <a:pt x="4030993" y="1117768"/>
                </a:lnTo>
                <a:cubicBezTo>
                  <a:pt x="4017255" y="1119010"/>
                  <a:pt x="4036257" y="1175819"/>
                  <a:pt x="4024084" y="1169607"/>
                </a:cubicBezTo>
                <a:cubicBezTo>
                  <a:pt x="4026558" y="1192318"/>
                  <a:pt x="4002019" y="1213340"/>
                  <a:pt x="4015242" y="1235237"/>
                </a:cubicBezTo>
                <a:cubicBezTo>
                  <a:pt x="4014162" y="1269305"/>
                  <a:pt x="4018570" y="1317827"/>
                  <a:pt x="4017602" y="1350990"/>
                </a:cubicBezTo>
                <a:cubicBezTo>
                  <a:pt x="4023169" y="1344874"/>
                  <a:pt x="4021893" y="1374627"/>
                  <a:pt x="4021736" y="1378298"/>
                </a:cubicBezTo>
                <a:cubicBezTo>
                  <a:pt x="4018952" y="1400570"/>
                  <a:pt x="4019832" y="1419813"/>
                  <a:pt x="4016278" y="1458310"/>
                </a:cubicBezTo>
                <a:cubicBezTo>
                  <a:pt x="4018014" y="1492373"/>
                  <a:pt x="4008830" y="1521984"/>
                  <a:pt x="4018868" y="1553366"/>
                </a:cubicBezTo>
                <a:cubicBezTo>
                  <a:pt x="4016990" y="1555494"/>
                  <a:pt x="4015540" y="1558122"/>
                  <a:pt x="4014402" y="1561090"/>
                </a:cubicBezTo>
                <a:lnTo>
                  <a:pt x="4011936" y="1570307"/>
                </a:lnTo>
                <a:lnTo>
                  <a:pt x="4012405" y="1571592"/>
                </a:lnTo>
                <a:cubicBezTo>
                  <a:pt x="4013272" y="1577147"/>
                  <a:pt x="4012836" y="1580457"/>
                  <a:pt x="4011825" y="1582767"/>
                </a:cubicBezTo>
                <a:lnTo>
                  <a:pt x="4010160" y="1584906"/>
                </a:lnTo>
                <a:lnTo>
                  <a:pt x="4009282" y="1592480"/>
                </a:lnTo>
                <a:lnTo>
                  <a:pt x="4004224" y="1632608"/>
                </a:lnTo>
                <a:lnTo>
                  <a:pt x="4004766" y="1633033"/>
                </a:lnTo>
                <a:cubicBezTo>
                  <a:pt x="4005917" y="1634501"/>
                  <a:pt x="4006652" y="1636551"/>
                  <a:pt x="4006536" y="1639879"/>
                </a:cubicBezTo>
                <a:cubicBezTo>
                  <a:pt x="4015184" y="1636475"/>
                  <a:pt x="4009709" y="1642588"/>
                  <a:pt x="4008603" y="1652696"/>
                </a:cubicBezTo>
                <a:cubicBezTo>
                  <a:pt x="4021787" y="1649666"/>
                  <a:pt x="4013526" y="1677353"/>
                  <a:pt x="4020520" y="1683689"/>
                </a:cubicBezTo>
                <a:cubicBezTo>
                  <a:pt x="4019410" y="1691182"/>
                  <a:pt x="4018476" y="1699055"/>
                  <a:pt x="4017793" y="1707144"/>
                </a:cubicBezTo>
                <a:cubicBezTo>
                  <a:pt x="4017716" y="1708742"/>
                  <a:pt x="4017637" y="1710339"/>
                  <a:pt x="4017559" y="1711937"/>
                </a:cubicBezTo>
                <a:lnTo>
                  <a:pt x="4017686" y="1712065"/>
                </a:lnTo>
                <a:cubicBezTo>
                  <a:pt x="4017911" y="1713173"/>
                  <a:pt x="4017938" y="1714774"/>
                  <a:pt x="4017696" y="1717183"/>
                </a:cubicBezTo>
                <a:lnTo>
                  <a:pt x="4017133" y="1720681"/>
                </a:lnTo>
                <a:lnTo>
                  <a:pt x="4016678" y="1729981"/>
                </a:lnTo>
                <a:lnTo>
                  <a:pt x="4017384" y="1733388"/>
                </a:lnTo>
                <a:lnTo>
                  <a:pt x="4018907" y="1735034"/>
                </a:lnTo>
                <a:cubicBezTo>
                  <a:pt x="4018834" y="1735303"/>
                  <a:pt x="4018762" y="1735573"/>
                  <a:pt x="4018689" y="1735842"/>
                </a:cubicBezTo>
                <a:cubicBezTo>
                  <a:pt x="4015637" y="1741502"/>
                  <a:pt x="4011570" y="1742214"/>
                  <a:pt x="4022227" y="1754258"/>
                </a:cubicBezTo>
                <a:cubicBezTo>
                  <a:pt x="4017088" y="1767842"/>
                  <a:pt x="4023675" y="1773031"/>
                  <a:pt x="4025215" y="1794468"/>
                </a:cubicBezTo>
                <a:cubicBezTo>
                  <a:pt x="4020602" y="1801685"/>
                  <a:pt x="4021846" y="1809129"/>
                  <a:pt x="4024929" y="1817026"/>
                </a:cubicBezTo>
                <a:cubicBezTo>
                  <a:pt x="4022135" y="1836468"/>
                  <a:pt x="4026097" y="1856359"/>
                  <a:pt x="4026330" y="1879330"/>
                </a:cubicBezTo>
                <a:lnTo>
                  <a:pt x="4036998" y="1941432"/>
                </a:lnTo>
                <a:lnTo>
                  <a:pt x="4036084" y="2000732"/>
                </a:lnTo>
                <a:cubicBezTo>
                  <a:pt x="4034263" y="2008113"/>
                  <a:pt x="4032229" y="2015157"/>
                  <a:pt x="4030076" y="2021755"/>
                </a:cubicBezTo>
                <a:cubicBezTo>
                  <a:pt x="4035967" y="2031320"/>
                  <a:pt x="4023973" y="2053600"/>
                  <a:pt x="4037221" y="2057342"/>
                </a:cubicBezTo>
                <a:cubicBezTo>
                  <a:pt x="4034697" y="2066435"/>
                  <a:pt x="4028501" y="2069516"/>
                  <a:pt x="4037394" y="2070619"/>
                </a:cubicBezTo>
                <a:cubicBezTo>
                  <a:pt x="4036804" y="2073734"/>
                  <a:pt x="4037226" y="2076065"/>
                  <a:pt x="4038135" y="2078045"/>
                </a:cubicBezTo>
                <a:lnTo>
                  <a:pt x="4038600" y="2078724"/>
                </a:lnTo>
                <a:lnTo>
                  <a:pt x="4032779" y="2098845"/>
                </a:lnTo>
                <a:lnTo>
                  <a:pt x="4032983" y="2102024"/>
                </a:lnTo>
                <a:lnTo>
                  <a:pt x="4027939" y="2114492"/>
                </a:lnTo>
                <a:lnTo>
                  <a:pt x="4018466" y="2141885"/>
                </a:lnTo>
                <a:cubicBezTo>
                  <a:pt x="4016935" y="2144144"/>
                  <a:pt x="4008999" y="2172239"/>
                  <a:pt x="4006867" y="2173326"/>
                </a:cubicBezTo>
                <a:cubicBezTo>
                  <a:pt x="4012131" y="2208338"/>
                  <a:pt x="3995887" y="2179358"/>
                  <a:pt x="3992697" y="2212754"/>
                </a:cubicBezTo>
                <a:cubicBezTo>
                  <a:pt x="4005768" y="2234675"/>
                  <a:pt x="3987982" y="2231911"/>
                  <a:pt x="3984358" y="2281700"/>
                </a:cubicBezTo>
                <a:cubicBezTo>
                  <a:pt x="3976909" y="2307292"/>
                  <a:pt x="3981397" y="2321058"/>
                  <a:pt x="3966554" y="2358247"/>
                </a:cubicBezTo>
                <a:cubicBezTo>
                  <a:pt x="3960999" y="2394590"/>
                  <a:pt x="3953833" y="2470676"/>
                  <a:pt x="3951025" y="2499761"/>
                </a:cubicBezTo>
                <a:cubicBezTo>
                  <a:pt x="3960739" y="2527319"/>
                  <a:pt x="3950548" y="2509832"/>
                  <a:pt x="3949702" y="2532758"/>
                </a:cubicBezTo>
                <a:cubicBezTo>
                  <a:pt x="3938760" y="2520705"/>
                  <a:pt x="3952389" y="2562520"/>
                  <a:pt x="3938861" y="2556795"/>
                </a:cubicBezTo>
                <a:cubicBezTo>
                  <a:pt x="3939134" y="2561148"/>
                  <a:pt x="3939827" y="2565547"/>
                  <a:pt x="3940623" y="2570003"/>
                </a:cubicBezTo>
                <a:cubicBezTo>
                  <a:pt x="3940759" y="2570781"/>
                  <a:pt x="3940897" y="2571558"/>
                  <a:pt x="3941033" y="2572336"/>
                </a:cubicBezTo>
                <a:lnTo>
                  <a:pt x="3940366" y="2580478"/>
                </a:lnTo>
                <a:lnTo>
                  <a:pt x="3943063" y="2584265"/>
                </a:lnTo>
                <a:lnTo>
                  <a:pt x="3944125" y="2597587"/>
                </a:lnTo>
                <a:cubicBezTo>
                  <a:pt x="3944077" y="2602348"/>
                  <a:pt x="3943504" y="2607198"/>
                  <a:pt x="3942089" y="2612155"/>
                </a:cubicBezTo>
                <a:cubicBezTo>
                  <a:pt x="3932438" y="2625816"/>
                  <a:pt x="3941792" y="2663179"/>
                  <a:pt x="3929196" y="2679622"/>
                </a:cubicBezTo>
                <a:cubicBezTo>
                  <a:pt x="3925571" y="2686502"/>
                  <a:pt x="3920517" y="2712894"/>
                  <a:pt x="3923315" y="2720986"/>
                </a:cubicBezTo>
                <a:cubicBezTo>
                  <a:pt x="3923036" y="2727128"/>
                  <a:pt x="3920401" y="2732389"/>
                  <a:pt x="3923961" y="2738269"/>
                </a:cubicBezTo>
                <a:cubicBezTo>
                  <a:pt x="3928018" y="2746479"/>
                  <a:pt x="3916599" y="2759296"/>
                  <a:pt x="3922927" y="2761348"/>
                </a:cubicBezTo>
                <a:cubicBezTo>
                  <a:pt x="3919813" y="2786694"/>
                  <a:pt x="3907933" y="2868089"/>
                  <a:pt x="3905273" y="2890343"/>
                </a:cubicBezTo>
                <a:cubicBezTo>
                  <a:pt x="3905945" y="2891698"/>
                  <a:pt x="3906516" y="2893225"/>
                  <a:pt x="3906968" y="2894872"/>
                </a:cubicBezTo>
                <a:cubicBezTo>
                  <a:pt x="3909594" y="2904456"/>
                  <a:pt x="3907729" y="2916058"/>
                  <a:pt x="3902804" y="2920783"/>
                </a:cubicBezTo>
                <a:cubicBezTo>
                  <a:pt x="3885416" y="2946524"/>
                  <a:pt x="3880691" y="2976695"/>
                  <a:pt x="3873409" y="3003309"/>
                </a:cubicBezTo>
                <a:cubicBezTo>
                  <a:pt x="3866483" y="3034202"/>
                  <a:pt x="3883685" y="3021162"/>
                  <a:pt x="3865677" y="3054172"/>
                </a:cubicBezTo>
                <a:cubicBezTo>
                  <a:pt x="3869656" y="3061216"/>
                  <a:pt x="3869021" y="3066386"/>
                  <a:pt x="3865322" y="3073552"/>
                </a:cubicBezTo>
                <a:cubicBezTo>
                  <a:pt x="3862309" y="3088769"/>
                  <a:pt x="3874353" y="3094511"/>
                  <a:pt x="3864576" y="3105939"/>
                </a:cubicBezTo>
                <a:cubicBezTo>
                  <a:pt x="3871414" y="3106866"/>
                  <a:pt x="3862070" y="3136685"/>
                  <a:pt x="3869897" y="3133416"/>
                </a:cubicBezTo>
                <a:cubicBezTo>
                  <a:pt x="3873987" y="3146871"/>
                  <a:pt x="3863598" y="3146263"/>
                  <a:pt x="3866944" y="3159200"/>
                </a:cubicBezTo>
                <a:cubicBezTo>
                  <a:pt x="3866209" y="3171160"/>
                  <a:pt x="3861238" y="3148758"/>
                  <a:pt x="3858655" y="3160960"/>
                </a:cubicBezTo>
                <a:cubicBezTo>
                  <a:pt x="3856672" y="3176428"/>
                  <a:pt x="3845007" y="3169580"/>
                  <a:pt x="3857964" y="3189916"/>
                </a:cubicBezTo>
                <a:cubicBezTo>
                  <a:pt x="3851730" y="3203678"/>
                  <a:pt x="3857918" y="3210651"/>
                  <a:pt x="3857749" y="3234304"/>
                </a:cubicBezTo>
                <a:lnTo>
                  <a:pt x="3855596" y="3240571"/>
                </a:lnTo>
                <a:lnTo>
                  <a:pt x="3861634" y="3248569"/>
                </a:lnTo>
                <a:cubicBezTo>
                  <a:pt x="3864052" y="3253014"/>
                  <a:pt x="3865516" y="3258342"/>
                  <a:pt x="3864663" y="3265444"/>
                </a:cubicBezTo>
                <a:cubicBezTo>
                  <a:pt x="3848300" y="3307894"/>
                  <a:pt x="3875588" y="3268090"/>
                  <a:pt x="3865146" y="3338829"/>
                </a:cubicBezTo>
                <a:cubicBezTo>
                  <a:pt x="3862730" y="3342195"/>
                  <a:pt x="3864130" y="3351680"/>
                  <a:pt x="3867052" y="3351725"/>
                </a:cubicBezTo>
                <a:cubicBezTo>
                  <a:pt x="3865794" y="3356006"/>
                  <a:pt x="3859439" y="3365106"/>
                  <a:pt x="3863912" y="3367707"/>
                </a:cubicBezTo>
                <a:cubicBezTo>
                  <a:pt x="3863241" y="3379301"/>
                  <a:pt x="3861774" y="3390600"/>
                  <a:pt x="3859561" y="3401335"/>
                </a:cubicBezTo>
                <a:lnTo>
                  <a:pt x="3853212" y="3423129"/>
                </a:lnTo>
                <a:lnTo>
                  <a:pt x="3856572" y="3428759"/>
                </a:lnTo>
                <a:lnTo>
                  <a:pt x="3856601" y="3428999"/>
                </a:lnTo>
                <a:lnTo>
                  <a:pt x="0" y="3428999"/>
                </a:lnTo>
                <a:close/>
              </a:path>
            </a:pathLst>
          </a:custGeom>
        </p:spPr>
      </p:pic>
      <p:pic>
        <p:nvPicPr>
          <p:cNvPr id="5" name="Picture 4" descr="Brain fibres, DTI MRI scan - Stock Image - C017/7036 - Science Photo Library">
            <a:extLst>
              <a:ext uri="{FF2B5EF4-FFF2-40B4-BE49-F238E27FC236}">
                <a16:creationId xmlns:a16="http://schemas.microsoft.com/office/drawing/2014/main" id="{34BED5FD-C89F-16F0-4FD7-CE6A63C1F2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59" r="10439"/>
          <a:stretch>
            <a:fillRect/>
          </a:stretch>
        </p:blipFill>
        <p:spPr>
          <a:xfrm>
            <a:off x="9" y="-7"/>
            <a:ext cx="3832765" cy="3493830"/>
          </a:xfrm>
          <a:custGeom>
            <a:avLst/>
            <a:gdLst/>
            <a:ahLst/>
            <a:cxnLst/>
            <a:rect l="l" t="t" r="r" b="b"/>
            <a:pathLst>
              <a:path w="3832765" h="3429000">
                <a:moveTo>
                  <a:pt x="0" y="0"/>
                </a:moveTo>
                <a:lnTo>
                  <a:pt x="3647227" y="0"/>
                </a:lnTo>
                <a:lnTo>
                  <a:pt x="3639550" y="38855"/>
                </a:lnTo>
                <a:cubicBezTo>
                  <a:pt x="3636650" y="54773"/>
                  <a:pt x="3634345" y="68219"/>
                  <a:pt x="3632595" y="77266"/>
                </a:cubicBezTo>
                <a:cubicBezTo>
                  <a:pt x="3626536" y="79781"/>
                  <a:pt x="3626501" y="84794"/>
                  <a:pt x="3629067" y="94172"/>
                </a:cubicBezTo>
                <a:cubicBezTo>
                  <a:pt x="3627578" y="163765"/>
                  <a:pt x="3557526" y="242917"/>
                  <a:pt x="3584106" y="259179"/>
                </a:cubicBezTo>
                <a:cubicBezTo>
                  <a:pt x="3583700" y="275569"/>
                  <a:pt x="3606846" y="331307"/>
                  <a:pt x="3599938" y="369872"/>
                </a:cubicBezTo>
                <a:cubicBezTo>
                  <a:pt x="3585388" y="383902"/>
                  <a:pt x="3596928" y="466732"/>
                  <a:pt x="3595032" y="485807"/>
                </a:cubicBezTo>
                <a:cubicBezTo>
                  <a:pt x="3585943" y="488250"/>
                  <a:pt x="3592517" y="521115"/>
                  <a:pt x="3579338" y="516547"/>
                </a:cubicBezTo>
                <a:cubicBezTo>
                  <a:pt x="3573622" y="519766"/>
                  <a:pt x="3573367" y="529229"/>
                  <a:pt x="3578241" y="534293"/>
                </a:cubicBezTo>
                <a:cubicBezTo>
                  <a:pt x="3576722" y="545474"/>
                  <a:pt x="3569890" y="551581"/>
                  <a:pt x="3577790" y="563888"/>
                </a:cubicBezTo>
                <a:cubicBezTo>
                  <a:pt x="3576008" y="579306"/>
                  <a:pt x="3555937" y="592508"/>
                  <a:pt x="3568362" y="606614"/>
                </a:cubicBezTo>
                <a:cubicBezTo>
                  <a:pt x="3548060" y="617296"/>
                  <a:pt x="3566748" y="665721"/>
                  <a:pt x="3562360" y="696544"/>
                </a:cubicBezTo>
                <a:cubicBezTo>
                  <a:pt x="3540870" y="749643"/>
                  <a:pt x="3563552" y="814684"/>
                  <a:pt x="3525923" y="839698"/>
                </a:cubicBezTo>
                <a:cubicBezTo>
                  <a:pt x="3535181" y="895191"/>
                  <a:pt x="3521523" y="937628"/>
                  <a:pt x="3518879" y="980382"/>
                </a:cubicBezTo>
                <a:cubicBezTo>
                  <a:pt x="3513995" y="999599"/>
                  <a:pt x="3527321" y="1012505"/>
                  <a:pt x="3515302" y="1028426"/>
                </a:cubicBezTo>
                <a:cubicBezTo>
                  <a:pt x="3518279" y="1066840"/>
                  <a:pt x="3496325" y="1148092"/>
                  <a:pt x="3536738" y="1210870"/>
                </a:cubicBezTo>
                <a:lnTo>
                  <a:pt x="3591526" y="1380154"/>
                </a:lnTo>
                <a:cubicBezTo>
                  <a:pt x="3610626" y="1430030"/>
                  <a:pt x="3618402" y="1446676"/>
                  <a:pt x="3627364" y="1475232"/>
                </a:cubicBezTo>
                <a:cubicBezTo>
                  <a:pt x="3630584" y="1500131"/>
                  <a:pt x="3621205" y="1517302"/>
                  <a:pt x="3629315" y="1551492"/>
                </a:cubicBezTo>
                <a:cubicBezTo>
                  <a:pt x="3627771" y="1569255"/>
                  <a:pt x="3642142" y="1604305"/>
                  <a:pt x="3642065" y="1616703"/>
                </a:cubicBezTo>
                <a:cubicBezTo>
                  <a:pt x="3644190" y="1615867"/>
                  <a:pt x="3646228" y="1622618"/>
                  <a:pt x="3644837" y="1625880"/>
                </a:cubicBezTo>
                <a:cubicBezTo>
                  <a:pt x="3644873" y="1682450"/>
                  <a:pt x="3660396" y="1644242"/>
                  <a:pt x="3653089" y="1681195"/>
                </a:cubicBezTo>
                <a:cubicBezTo>
                  <a:pt x="3653672" y="1703685"/>
                  <a:pt x="3678100" y="1693642"/>
                  <a:pt x="3669268" y="1720463"/>
                </a:cubicBezTo>
                <a:cubicBezTo>
                  <a:pt x="3672709" y="1747068"/>
                  <a:pt x="3683894" y="1760489"/>
                  <a:pt x="3680555" y="1787683"/>
                </a:cubicBezTo>
                <a:cubicBezTo>
                  <a:pt x="3683815" y="1812577"/>
                  <a:pt x="3690283" y="1832624"/>
                  <a:pt x="3690144" y="1854892"/>
                </a:cubicBezTo>
                <a:cubicBezTo>
                  <a:pt x="3694176" y="1862246"/>
                  <a:pt x="3696364" y="1869845"/>
                  <a:pt x="3692847" y="1879545"/>
                </a:cubicBezTo>
                <a:lnTo>
                  <a:pt x="3705899" y="1950159"/>
                </a:lnTo>
                <a:cubicBezTo>
                  <a:pt x="3705811" y="1963349"/>
                  <a:pt x="3696947" y="1944883"/>
                  <a:pt x="3698529" y="1956744"/>
                </a:cubicBezTo>
                <a:cubicBezTo>
                  <a:pt x="3704089" y="1967128"/>
                  <a:pt x="3694319" y="1972691"/>
                  <a:pt x="3700670" y="1983128"/>
                </a:cubicBezTo>
                <a:cubicBezTo>
                  <a:pt x="3707325" y="1975376"/>
                  <a:pt x="3704290" y="2019261"/>
                  <a:pt x="3710819" y="2016104"/>
                </a:cubicBezTo>
                <a:cubicBezTo>
                  <a:pt x="3703899" y="2032806"/>
                  <a:pt x="3716180" y="2041037"/>
                  <a:pt x="3716263" y="2057358"/>
                </a:cubicBezTo>
                <a:cubicBezTo>
                  <a:pt x="3714181" y="2066395"/>
                  <a:pt x="3708419" y="2088153"/>
                  <a:pt x="3713451" y="2092532"/>
                </a:cubicBezTo>
                <a:cubicBezTo>
                  <a:pt x="3702969" y="2134723"/>
                  <a:pt x="3713408" y="2112089"/>
                  <a:pt x="3712825" y="2145702"/>
                </a:cubicBezTo>
                <a:cubicBezTo>
                  <a:pt x="3711099" y="2175441"/>
                  <a:pt x="3721651" y="2170882"/>
                  <a:pt x="3710370" y="2205762"/>
                </a:cubicBezTo>
                <a:cubicBezTo>
                  <a:pt x="3706686" y="2213193"/>
                  <a:pt x="3707151" y="2225380"/>
                  <a:pt x="3711407" y="2232983"/>
                </a:cubicBezTo>
                <a:cubicBezTo>
                  <a:pt x="3712139" y="2234292"/>
                  <a:pt x="3712959" y="2235411"/>
                  <a:pt x="3713840" y="2236309"/>
                </a:cubicBezTo>
                <a:cubicBezTo>
                  <a:pt x="3705311" y="2258197"/>
                  <a:pt x="3712810" y="2264929"/>
                  <a:pt x="3706371" y="2276362"/>
                </a:cubicBezTo>
                <a:cubicBezTo>
                  <a:pt x="3707813" y="2303313"/>
                  <a:pt x="3719116" y="2319717"/>
                  <a:pt x="3713548" y="2330164"/>
                </a:cubicBezTo>
                <a:cubicBezTo>
                  <a:pt x="3716700" y="2349548"/>
                  <a:pt x="3722681" y="2379563"/>
                  <a:pt x="3725281" y="2392669"/>
                </a:cubicBezTo>
                <a:cubicBezTo>
                  <a:pt x="3729704" y="2396182"/>
                  <a:pt x="3728251" y="2402767"/>
                  <a:pt x="3729156" y="2408800"/>
                </a:cubicBezTo>
                <a:cubicBezTo>
                  <a:pt x="3733288" y="2414878"/>
                  <a:pt x="3733591" y="2443086"/>
                  <a:pt x="3731527" y="2451803"/>
                </a:cubicBezTo>
                <a:lnTo>
                  <a:pt x="3736702" y="2478754"/>
                </a:lnTo>
                <a:cubicBezTo>
                  <a:pt x="3728550" y="2525478"/>
                  <a:pt x="3760386" y="2545889"/>
                  <a:pt x="3730701" y="2582746"/>
                </a:cubicBezTo>
                <a:cubicBezTo>
                  <a:pt x="3730821" y="2599785"/>
                  <a:pt x="3740171" y="2587220"/>
                  <a:pt x="3740291" y="2604259"/>
                </a:cubicBezTo>
                <a:cubicBezTo>
                  <a:pt x="3743848" y="2626667"/>
                  <a:pt x="3731064" y="2615985"/>
                  <a:pt x="3745312" y="2636571"/>
                </a:cubicBezTo>
                <a:cubicBezTo>
                  <a:pt x="3741774" y="2677126"/>
                  <a:pt x="3756230" y="2698390"/>
                  <a:pt x="3745913" y="2734956"/>
                </a:cubicBezTo>
                <a:cubicBezTo>
                  <a:pt x="3751211" y="2727858"/>
                  <a:pt x="3750682" y="2814031"/>
                  <a:pt x="3749695" y="2825841"/>
                </a:cubicBezTo>
                <a:cubicBezTo>
                  <a:pt x="3749942" y="2850991"/>
                  <a:pt x="3747920" y="2877551"/>
                  <a:pt x="3747393" y="2915771"/>
                </a:cubicBezTo>
                <a:cubicBezTo>
                  <a:pt x="3750755" y="2949567"/>
                  <a:pt x="3739923" y="2933903"/>
                  <a:pt x="3751447" y="2964244"/>
                </a:cubicBezTo>
                <a:cubicBezTo>
                  <a:pt x="3751616" y="2982921"/>
                  <a:pt x="3749341" y="3024704"/>
                  <a:pt x="3748411" y="3027834"/>
                </a:cubicBezTo>
                <a:lnTo>
                  <a:pt x="3748938" y="3029071"/>
                </a:lnTo>
                <a:cubicBezTo>
                  <a:pt x="3750070" y="3034527"/>
                  <a:pt x="3749794" y="3037871"/>
                  <a:pt x="3748894" y="3040270"/>
                </a:cubicBezTo>
                <a:lnTo>
                  <a:pt x="3747334" y="3042558"/>
                </a:lnTo>
                <a:cubicBezTo>
                  <a:pt x="3747162" y="3045102"/>
                  <a:pt x="3746989" y="3047646"/>
                  <a:pt x="3746817" y="3050190"/>
                </a:cubicBezTo>
                <a:lnTo>
                  <a:pt x="3744491" y="3065086"/>
                </a:lnTo>
                <a:lnTo>
                  <a:pt x="3745283" y="3068003"/>
                </a:lnTo>
                <a:lnTo>
                  <a:pt x="3743686" y="3090671"/>
                </a:lnTo>
                <a:lnTo>
                  <a:pt x="3744246" y="3091046"/>
                </a:lnTo>
                <a:cubicBezTo>
                  <a:pt x="3745467" y="3092400"/>
                  <a:pt x="3746300" y="3094375"/>
                  <a:pt x="3746343" y="3097703"/>
                </a:cubicBezTo>
                <a:cubicBezTo>
                  <a:pt x="3754816" y="3093496"/>
                  <a:pt x="3749641" y="3100105"/>
                  <a:pt x="3749018" y="3110287"/>
                </a:cubicBezTo>
                <a:cubicBezTo>
                  <a:pt x="3762039" y="3106026"/>
                  <a:pt x="3755113" y="3134407"/>
                  <a:pt x="3762400" y="3140063"/>
                </a:cubicBezTo>
                <a:cubicBezTo>
                  <a:pt x="3761648" y="3147641"/>
                  <a:pt x="3761093" y="3155576"/>
                  <a:pt x="3760798" y="3163705"/>
                </a:cubicBezTo>
                <a:cubicBezTo>
                  <a:pt x="3760796" y="3165306"/>
                  <a:pt x="3760795" y="3166906"/>
                  <a:pt x="3760793" y="3168507"/>
                </a:cubicBezTo>
                <a:lnTo>
                  <a:pt x="3760925" y="3168621"/>
                </a:lnTo>
                <a:cubicBezTo>
                  <a:pt x="3761203" y="3169703"/>
                  <a:pt x="3761307" y="3171298"/>
                  <a:pt x="3761180" y="3173722"/>
                </a:cubicBezTo>
                <a:lnTo>
                  <a:pt x="3760784" y="3177263"/>
                </a:lnTo>
                <a:lnTo>
                  <a:pt x="3760776" y="3186578"/>
                </a:lnTo>
                <a:lnTo>
                  <a:pt x="3761644" y="3189908"/>
                </a:lnTo>
                <a:cubicBezTo>
                  <a:pt x="3767239" y="3200999"/>
                  <a:pt x="3784386" y="3192521"/>
                  <a:pt x="3778090" y="3215620"/>
                </a:cubicBezTo>
                <a:cubicBezTo>
                  <a:pt x="3782929" y="3238942"/>
                  <a:pt x="3794645" y="3248487"/>
                  <a:pt x="3792860" y="3273934"/>
                </a:cubicBezTo>
                <a:cubicBezTo>
                  <a:pt x="3797428" y="3295746"/>
                  <a:pt x="3804878" y="3312408"/>
                  <a:pt x="3805965" y="3332638"/>
                </a:cubicBezTo>
                <a:cubicBezTo>
                  <a:pt x="3810325" y="3338359"/>
                  <a:pt x="3812891" y="3344736"/>
                  <a:pt x="3809972" y="3354360"/>
                </a:cubicBezTo>
                <a:cubicBezTo>
                  <a:pt x="3815463" y="3373933"/>
                  <a:pt x="3822569" y="3374995"/>
                  <a:pt x="3820366" y="3391014"/>
                </a:cubicBezTo>
                <a:cubicBezTo>
                  <a:pt x="3832550" y="3396219"/>
                  <a:pt x="3828906" y="3399305"/>
                  <a:pt x="3827143" y="3406519"/>
                </a:cubicBezTo>
                <a:cubicBezTo>
                  <a:pt x="3827126" y="3406819"/>
                  <a:pt x="3827110" y="3407118"/>
                  <a:pt x="3827093" y="3407418"/>
                </a:cubicBezTo>
                <a:lnTo>
                  <a:pt x="3828820" y="3408091"/>
                </a:lnTo>
                <a:lnTo>
                  <a:pt x="3830121" y="3410929"/>
                </a:lnTo>
                <a:lnTo>
                  <a:pt x="3831461" y="3420084"/>
                </a:lnTo>
                <a:cubicBezTo>
                  <a:pt x="3831507" y="3421309"/>
                  <a:pt x="3831554" y="3422534"/>
                  <a:pt x="3831600" y="3423759"/>
                </a:cubicBezTo>
                <a:cubicBezTo>
                  <a:pt x="3831831" y="3426205"/>
                  <a:pt x="3832160" y="3427719"/>
                  <a:pt x="3832580" y="3428642"/>
                </a:cubicBezTo>
                <a:cubicBezTo>
                  <a:pt x="3832626" y="3428658"/>
                  <a:pt x="3832672" y="3428675"/>
                  <a:pt x="3832719" y="3428690"/>
                </a:cubicBezTo>
                <a:lnTo>
                  <a:pt x="3832765" y="3429000"/>
                </a:lnTo>
                <a:lnTo>
                  <a:pt x="0" y="3429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94ED8-B15A-4B0F-A0F6-2A8D91AE8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3887" y="2193779"/>
            <a:ext cx="6564573" cy="3908909"/>
          </a:xfrm>
        </p:spPr>
        <p:txBody>
          <a:bodyPr>
            <a:normAutofit/>
          </a:bodyPr>
          <a:lstStyle/>
          <a:p>
            <a:r>
              <a:rPr lang="en-AU" sz="2000"/>
              <a:t>With an analytic form for the diffusion tensor differential geometry methods can then be applied.</a:t>
            </a:r>
          </a:p>
          <a:p>
            <a:r>
              <a:rPr lang="en-AU" sz="2000"/>
              <a:t>The brain can be treated as a 3-dim manifold and diffusion field as a section of a tangent bundle.</a:t>
            </a:r>
          </a:p>
          <a:p>
            <a:r>
              <a:rPr lang="en-AU" sz="2000"/>
              <a:t>This allows a metric to be induced from D allowing for the computation of geodesics, curvature, and holonomy groups.</a:t>
            </a:r>
          </a:p>
          <a:p>
            <a:r>
              <a:rPr lang="en-AU" sz="2000"/>
              <a:t>From these results a robust framework can be designed to allow for a precise and thorough comparison between healthy and unhealthy brains.</a:t>
            </a:r>
          </a:p>
        </p:txBody>
      </p:sp>
    </p:spTree>
    <p:extLst>
      <p:ext uri="{BB962C8B-B14F-4D97-AF65-F5344CB8AC3E}">
        <p14:creationId xmlns:p14="http://schemas.microsoft.com/office/powerpoint/2010/main" val="1801385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419</Words>
  <Application>Microsoft Office PowerPoint</Application>
  <PresentationFormat>Widescreen</PresentationFormat>
  <Paragraphs>40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Cambria Math</vt:lpstr>
      <vt:lpstr>Office Theme</vt:lpstr>
      <vt:lpstr>Fitting a Diffusion Tensor field from MRI data</vt:lpstr>
      <vt:lpstr>The Problem: Fitting the Diffusion Field</vt:lpstr>
      <vt:lpstr>Determining the Diffusion tensor</vt:lpstr>
      <vt:lpstr>Finding a continuous Diffusion Field</vt:lpstr>
      <vt:lpstr>Results: Mean Diffusivity Maps</vt:lpstr>
      <vt:lpstr>Results: Fractional Anisotropy Maps</vt:lpstr>
      <vt:lpstr>Further Extensions: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kurt cook</dc:creator>
  <cp:lastModifiedBy>kurt cook</cp:lastModifiedBy>
  <cp:revision>1</cp:revision>
  <dcterms:created xsi:type="dcterms:W3CDTF">2026-05-31T07:39:24Z</dcterms:created>
  <dcterms:modified xsi:type="dcterms:W3CDTF">2026-05-31T09:11:57Z</dcterms:modified>
</cp:coreProperties>
</file>